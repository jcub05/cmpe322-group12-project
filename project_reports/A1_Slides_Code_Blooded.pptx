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sldIdLst>
    <p:sldId id="275" r:id="rId5"/>
    <p:sldId id="256" r:id="rId6"/>
    <p:sldId id="257" r:id="rId7"/>
    <p:sldId id="258" r:id="rId8"/>
    <p:sldId id="274" r:id="rId9"/>
    <p:sldId id="267" r:id="rId10"/>
    <p:sldId id="270" r:id="rId11"/>
    <p:sldId id="271" r:id="rId12"/>
    <p:sldId id="272" r:id="rId13"/>
    <p:sldId id="268" r:id="rId14"/>
    <p:sldId id="269" r:id="rId15"/>
    <p:sldId id="260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FD10E-EAD0-4F5A-9FE8-806292D1C7D9}" v="6" dt="2026-02-12T22:00:31.231"/>
    <p1510:client id="{5C756A84-FB38-B1E6-6684-B27B167615FA}" v="1" dt="2026-02-11T21:54:31.195"/>
    <p1510:client id="{8A79C8BA-02CF-4BFC-85E8-80B49F66FB22}" v="698" dt="2026-02-11T21:55:38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loe Atherton" userId="e34bb6d1-4156-4848-9a6f-3126dd062ff7" providerId="ADAL" clId="{8DA4D03A-93A8-44C3-A739-83F36506DCDF}"/>
    <pc:docChg chg="undo redo custSel addSld delSld modSld sldOrd addMainMaster delMainMaster">
      <pc:chgData name="Chloe Atherton" userId="e34bb6d1-4156-4848-9a6f-3126dd062ff7" providerId="ADAL" clId="{8DA4D03A-93A8-44C3-A739-83F36506DCDF}" dt="2026-02-11T21:55:38.868" v="1898" actId="207"/>
      <pc:docMkLst>
        <pc:docMk/>
      </pc:docMkLst>
      <pc:sldChg chg="addSp modSp mod setBg modClrScheme chgLayout">
        <pc:chgData name="Chloe Atherton" userId="e34bb6d1-4156-4848-9a6f-3126dd062ff7" providerId="ADAL" clId="{8DA4D03A-93A8-44C3-A739-83F36506DCDF}" dt="2026-02-11T21:11:00.827" v="941" actId="1076"/>
        <pc:sldMkLst>
          <pc:docMk/>
          <pc:sldMk cId="109857222" sldId="256"/>
        </pc:sldMkLst>
        <pc:spChg chg="mod">
          <ac:chgData name="Chloe Atherton" userId="e34bb6d1-4156-4848-9a6f-3126dd062ff7" providerId="ADAL" clId="{8DA4D03A-93A8-44C3-A739-83F36506DCDF}" dt="2026-02-11T21:09:49.058" v="931" actId="255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loe Atherton" userId="e34bb6d1-4156-4848-9a6f-3126dd062ff7" providerId="ADAL" clId="{8DA4D03A-93A8-44C3-A739-83F36506DCDF}" dt="2026-02-11T21:11:00.827" v="941" actId="107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Chloe Atherton" userId="e34bb6d1-4156-4848-9a6f-3126dd062ff7" providerId="ADAL" clId="{8DA4D03A-93A8-44C3-A739-83F36506DCDF}" dt="2026-02-10T18:05:34.588" v="0" actId="26606"/>
          <ac:spMkLst>
            <pc:docMk/>
            <pc:sldMk cId="109857222" sldId="256"/>
            <ac:spMk id="9" creationId="{33E93247-6229-44AB-A550-739E971E690B}"/>
          </ac:spMkLst>
        </pc:spChg>
        <pc:picChg chg="add">
          <ac:chgData name="Chloe Atherton" userId="e34bb6d1-4156-4848-9a6f-3126dd062ff7" providerId="ADAL" clId="{8DA4D03A-93A8-44C3-A739-83F36506DCDF}" dt="2026-02-10T18:05:34.588" v="0" actId="26606"/>
          <ac:picMkLst>
            <pc:docMk/>
            <pc:sldMk cId="109857222" sldId="256"/>
            <ac:picMk id="4" creationId="{0FF45558-1B13-877B-199F-013243FFDFED}"/>
          </ac:picMkLst>
        </pc:picChg>
        <pc:cxnChg chg="add">
          <ac:chgData name="Chloe Atherton" userId="e34bb6d1-4156-4848-9a6f-3126dd062ff7" providerId="ADAL" clId="{8DA4D03A-93A8-44C3-A739-83F36506DCDF}" dt="2026-02-10T18:05:34.588" v="0" actId="26606"/>
          <ac:cxnSpMkLst>
            <pc:docMk/>
            <pc:sldMk cId="109857222" sldId="256"/>
            <ac:cxnSpMk id="11" creationId="{EE2E603F-4A95-4FE8-BB06-211DFD75DBEF}"/>
          </ac:cxnSpMkLst>
        </pc:cxnChg>
        <pc:cxnChg chg="add">
          <ac:chgData name="Chloe Atherton" userId="e34bb6d1-4156-4848-9a6f-3126dd062ff7" providerId="ADAL" clId="{8DA4D03A-93A8-44C3-A739-83F36506DCDF}" dt="2026-02-10T18:05:34.588" v="0" actId="26606"/>
          <ac:cxnSpMkLst>
            <pc:docMk/>
            <pc:sldMk cId="109857222" sldId="256"/>
            <ac:cxnSpMk id="13" creationId="{2CF06E40-3ECB-4820-95B5-8A70B07D4B47}"/>
          </ac:cxnSpMkLst>
        </pc:cxnChg>
      </pc:sldChg>
      <pc:sldChg chg="addSp delSp modSp new mod setBg">
        <pc:chgData name="Chloe Atherton" userId="e34bb6d1-4156-4848-9a6f-3126dd062ff7" providerId="ADAL" clId="{8DA4D03A-93A8-44C3-A739-83F36506DCDF}" dt="2026-02-11T21:55:38.868" v="1898" actId="207"/>
        <pc:sldMkLst>
          <pc:docMk/>
          <pc:sldMk cId="4126802782" sldId="257"/>
        </pc:sldMkLst>
        <pc:spChg chg="mod">
          <ac:chgData name="Chloe Atherton" userId="e34bb6d1-4156-4848-9a6f-3126dd062ff7" providerId="ADAL" clId="{8DA4D03A-93A8-44C3-A739-83F36506DCDF}" dt="2026-02-11T21:51:28.516" v="1875" actId="14100"/>
          <ac:spMkLst>
            <pc:docMk/>
            <pc:sldMk cId="4126802782" sldId="257"/>
            <ac:spMk id="2" creationId="{F13CB9D3-4FFC-57F7-9F76-4442A0D62FC8}"/>
          </ac:spMkLst>
        </pc:spChg>
        <pc:spChg chg="add mod ord">
          <ac:chgData name="Chloe Atherton" userId="e34bb6d1-4156-4848-9a6f-3126dd062ff7" providerId="ADAL" clId="{8DA4D03A-93A8-44C3-A739-83F36506DCDF}" dt="2026-02-11T21:55:38.868" v="1898" actId="207"/>
          <ac:spMkLst>
            <pc:docMk/>
            <pc:sldMk cId="4126802782" sldId="257"/>
            <ac:spMk id="3" creationId="{B6E10321-7A0D-FBBE-B510-3C1356718885}"/>
          </ac:spMkLst>
        </pc:spChg>
        <pc:spChg chg="add mod">
          <ac:chgData name="Chloe Atherton" userId="e34bb6d1-4156-4848-9a6f-3126dd062ff7" providerId="ADAL" clId="{8DA4D03A-93A8-44C3-A739-83F36506DCDF}" dt="2026-02-11T21:51:24.181" v="1874" actId="1076"/>
          <ac:spMkLst>
            <pc:docMk/>
            <pc:sldMk cId="4126802782" sldId="257"/>
            <ac:spMk id="4" creationId="{3A3B10FF-3A23-3B81-A7C3-BBB733BAAF9E}"/>
          </ac:spMkLst>
        </pc:spChg>
        <pc:spChg chg="add">
          <ac:chgData name="Chloe Atherton" userId="e34bb6d1-4156-4848-9a6f-3126dd062ff7" providerId="ADAL" clId="{8DA4D03A-93A8-44C3-A739-83F36506DCDF}" dt="2026-02-10T18:32:53.199" v="292" actId="26606"/>
          <ac:spMkLst>
            <pc:docMk/>
            <pc:sldMk cId="4126802782" sldId="257"/>
            <ac:spMk id="1032" creationId="{E49D7415-2F11-44C2-B6AA-13A25B6814B9}"/>
          </ac:spMkLst>
        </pc:spChg>
        <pc:picChg chg="add mod">
          <ac:chgData name="Chloe Atherton" userId="e34bb6d1-4156-4848-9a6f-3126dd062ff7" providerId="ADAL" clId="{8DA4D03A-93A8-44C3-A739-83F36506DCDF}" dt="2026-02-10T18:32:53.199" v="292" actId="26606"/>
          <ac:picMkLst>
            <pc:docMk/>
            <pc:sldMk cId="4126802782" sldId="257"/>
            <ac:picMk id="1027" creationId="{F36BF565-C29C-51AD-06D7-DE35B3C5D018}"/>
          </ac:picMkLst>
        </pc:picChg>
        <pc:cxnChg chg="add">
          <ac:chgData name="Chloe Atherton" userId="e34bb6d1-4156-4848-9a6f-3126dd062ff7" providerId="ADAL" clId="{8DA4D03A-93A8-44C3-A739-83F36506DCDF}" dt="2026-02-10T18:32:53.199" v="292" actId="26606"/>
          <ac:cxnSpMkLst>
            <pc:docMk/>
            <pc:sldMk cId="4126802782" sldId="257"/>
            <ac:cxnSpMk id="1034" creationId="{D2E57F3D-33BE-4306-87E6-245763719516}"/>
          </ac:cxnSpMkLst>
        </pc:cxnChg>
      </pc:sldChg>
      <pc:sldChg chg="addSp delSp modSp add mod setBg">
        <pc:chgData name="Chloe Atherton" userId="e34bb6d1-4156-4848-9a6f-3126dd062ff7" providerId="ADAL" clId="{8DA4D03A-93A8-44C3-A739-83F36506DCDF}" dt="2026-02-11T21:54:41.323" v="1897" actId="1076"/>
        <pc:sldMkLst>
          <pc:docMk/>
          <pc:sldMk cId="3721085138" sldId="258"/>
        </pc:sldMkLst>
        <pc:spChg chg="mod">
          <ac:chgData name="Chloe Atherton" userId="e34bb6d1-4156-4848-9a6f-3126dd062ff7" providerId="ADAL" clId="{8DA4D03A-93A8-44C3-A739-83F36506DCDF}" dt="2026-02-11T20:49:12.543" v="680" actId="1076"/>
          <ac:spMkLst>
            <pc:docMk/>
            <pc:sldMk cId="3721085138" sldId="258"/>
            <ac:spMk id="2" creationId="{CFE9E444-6616-7417-DD34-718F42163BD6}"/>
          </ac:spMkLst>
        </pc:spChg>
        <pc:spChg chg="add mod">
          <ac:chgData name="Chloe Atherton" userId="e34bb6d1-4156-4848-9a6f-3126dd062ff7" providerId="ADAL" clId="{8DA4D03A-93A8-44C3-A739-83F36506DCDF}" dt="2026-02-11T21:51:47.927" v="1887" actId="20577"/>
          <ac:spMkLst>
            <pc:docMk/>
            <pc:sldMk cId="3721085138" sldId="258"/>
            <ac:spMk id="3" creationId="{22E628A1-BE04-6EE8-B53F-BDC679F27E98}"/>
          </ac:spMkLst>
        </pc:spChg>
        <pc:spChg chg="add del mod">
          <ac:chgData name="Chloe Atherton" userId="e34bb6d1-4156-4848-9a6f-3126dd062ff7" providerId="ADAL" clId="{8DA4D03A-93A8-44C3-A739-83F36506DCDF}" dt="2026-02-11T21:11:33.942" v="952" actId="478"/>
          <ac:spMkLst>
            <pc:docMk/>
            <pc:sldMk cId="3721085138" sldId="258"/>
            <ac:spMk id="4" creationId="{34CDA6E4-610A-D672-A068-F2F15DC84D2D}"/>
          </ac:spMkLst>
        </pc:spChg>
        <pc:spChg chg="add mod ord">
          <ac:chgData name="Chloe Atherton" userId="e34bb6d1-4156-4848-9a6f-3126dd062ff7" providerId="ADAL" clId="{8DA4D03A-93A8-44C3-A739-83F36506DCDF}" dt="2026-02-11T21:54:33.345" v="1896" actId="14100"/>
          <ac:spMkLst>
            <pc:docMk/>
            <pc:sldMk cId="3721085138" sldId="258"/>
            <ac:spMk id="5" creationId="{790A0E96-8245-82C2-D639-25F3EF3F0F74}"/>
          </ac:spMkLst>
        </pc:spChg>
        <pc:spChg chg="add del">
          <ac:chgData name="Chloe Atherton" userId="e34bb6d1-4156-4848-9a6f-3126dd062ff7" providerId="ADAL" clId="{8DA4D03A-93A8-44C3-A739-83F36506DCDF}" dt="2026-02-11T20:44:47.478" v="606" actId="26606"/>
          <ac:spMkLst>
            <pc:docMk/>
            <pc:sldMk cId="3721085138" sldId="258"/>
            <ac:spMk id="2056" creationId="{E49D7415-2F11-44C2-B6AA-13A25B6814B9}"/>
          </ac:spMkLst>
        </pc:spChg>
        <pc:spChg chg="add del">
          <ac:chgData name="Chloe Atherton" userId="e34bb6d1-4156-4848-9a6f-3126dd062ff7" providerId="ADAL" clId="{8DA4D03A-93A8-44C3-A739-83F36506DCDF}" dt="2026-02-11T20:44:56.526" v="610" actId="26606"/>
          <ac:spMkLst>
            <pc:docMk/>
            <pc:sldMk cId="3721085138" sldId="258"/>
            <ac:spMk id="2063" creationId="{E49D7415-2F11-44C2-B6AA-13A25B6814B9}"/>
          </ac:spMkLst>
        </pc:spChg>
        <pc:spChg chg="add del">
          <ac:chgData name="Chloe Atherton" userId="e34bb6d1-4156-4848-9a6f-3126dd062ff7" providerId="ADAL" clId="{8DA4D03A-93A8-44C3-A739-83F36506DCDF}" dt="2026-02-11T20:44:56.526" v="610" actId="26606"/>
          <ac:spMkLst>
            <pc:docMk/>
            <pc:sldMk cId="3721085138" sldId="258"/>
            <ac:spMk id="2070" creationId="{E49D7415-2F11-44C2-B6AA-13A25B6814B9}"/>
          </ac:spMkLst>
        </pc:spChg>
        <pc:picChg chg="add del mod">
          <ac:chgData name="Chloe Atherton" userId="e34bb6d1-4156-4848-9a6f-3126dd062ff7" providerId="ADAL" clId="{8DA4D03A-93A8-44C3-A739-83F36506DCDF}" dt="2026-02-11T20:44:52.294" v="607" actId="478"/>
          <ac:picMkLst>
            <pc:docMk/>
            <pc:sldMk cId="3721085138" sldId="258"/>
            <ac:picMk id="1026" creationId="{D1B65564-B84B-65C2-1D6D-1D8A46B8A66E}"/>
          </ac:picMkLst>
        </pc:picChg>
        <pc:picChg chg="add mod">
          <ac:chgData name="Chloe Atherton" userId="e34bb6d1-4156-4848-9a6f-3126dd062ff7" providerId="ADAL" clId="{8DA4D03A-93A8-44C3-A739-83F36506DCDF}" dt="2026-02-11T21:54:41.323" v="1897" actId="1076"/>
          <ac:picMkLst>
            <pc:docMk/>
            <pc:sldMk cId="3721085138" sldId="258"/>
            <ac:picMk id="1028" creationId="{65E0DDE3-4656-9B2E-9F54-5701BA7F78E3}"/>
          </ac:picMkLst>
        </pc:picChg>
        <pc:picChg chg="add del mod">
          <ac:chgData name="Chloe Atherton" userId="e34bb6d1-4156-4848-9a6f-3126dd062ff7" providerId="ADAL" clId="{8DA4D03A-93A8-44C3-A739-83F36506DCDF}" dt="2026-02-11T20:26:44.245" v="359" actId="478"/>
          <ac:picMkLst>
            <pc:docMk/>
            <pc:sldMk cId="3721085138" sldId="258"/>
            <ac:picMk id="2051" creationId="{CD8FED08-AC91-D8BD-F515-1025DDA9EB24}"/>
          </ac:picMkLst>
        </pc:picChg>
        <pc:cxnChg chg="add del">
          <ac:chgData name="Chloe Atherton" userId="e34bb6d1-4156-4848-9a6f-3126dd062ff7" providerId="ADAL" clId="{8DA4D03A-93A8-44C3-A739-83F36506DCDF}" dt="2026-02-11T20:44:47.478" v="606" actId="26606"/>
          <ac:cxnSpMkLst>
            <pc:docMk/>
            <pc:sldMk cId="3721085138" sldId="258"/>
            <ac:cxnSpMk id="2058" creationId="{F2B951FD-94F7-E138-3EC2-A66A551D9137}"/>
          </ac:cxnSpMkLst>
        </pc:cxnChg>
        <pc:cxnChg chg="add del">
          <ac:chgData name="Chloe Atherton" userId="e34bb6d1-4156-4848-9a6f-3126dd062ff7" providerId="ADAL" clId="{8DA4D03A-93A8-44C3-A739-83F36506DCDF}" dt="2026-02-11T20:44:56.526" v="610" actId="26606"/>
          <ac:cxnSpMkLst>
            <pc:docMk/>
            <pc:sldMk cId="3721085138" sldId="258"/>
            <ac:cxnSpMk id="2065" creationId="{D2E57F3D-33BE-4306-87E6-245763719516}"/>
          </ac:cxnSpMkLst>
        </pc:cxnChg>
        <pc:cxnChg chg="add del">
          <ac:chgData name="Chloe Atherton" userId="e34bb6d1-4156-4848-9a6f-3126dd062ff7" providerId="ADAL" clId="{8DA4D03A-93A8-44C3-A739-83F36506DCDF}" dt="2026-02-11T20:44:56.526" v="610" actId="26606"/>
          <ac:cxnSpMkLst>
            <pc:docMk/>
            <pc:sldMk cId="3721085138" sldId="258"/>
            <ac:cxnSpMk id="2072" creationId="{D2E57F3D-33BE-4306-87E6-245763719516}"/>
          </ac:cxnSpMkLst>
        </pc:cxnChg>
      </pc:sldChg>
      <pc:sldChg chg="addSp delSp modSp add del mod">
        <pc:chgData name="Chloe Atherton" userId="e34bb6d1-4156-4848-9a6f-3126dd062ff7" providerId="ADAL" clId="{8DA4D03A-93A8-44C3-A739-83F36506DCDF}" dt="2026-02-11T20:47:38.325" v="615" actId="47"/>
        <pc:sldMkLst>
          <pc:docMk/>
          <pc:sldMk cId="111284633" sldId="259"/>
        </pc:sldMkLst>
      </pc:sldChg>
      <pc:sldChg chg="addSp delSp modSp add mod">
        <pc:chgData name="Chloe Atherton" userId="e34bb6d1-4156-4848-9a6f-3126dd062ff7" providerId="ADAL" clId="{8DA4D03A-93A8-44C3-A739-83F36506DCDF}" dt="2026-02-11T21:45:45.652" v="1745" actId="207"/>
        <pc:sldMkLst>
          <pc:docMk/>
          <pc:sldMk cId="3390780524" sldId="260"/>
        </pc:sldMkLst>
        <pc:spChg chg="mod">
          <ac:chgData name="Chloe Atherton" userId="e34bb6d1-4156-4848-9a6f-3126dd062ff7" providerId="ADAL" clId="{8DA4D03A-93A8-44C3-A739-83F36506DCDF}" dt="2026-02-11T21:43:09.046" v="1711" actId="1076"/>
          <ac:spMkLst>
            <pc:docMk/>
            <pc:sldMk cId="3390780524" sldId="260"/>
            <ac:spMk id="2" creationId="{72BEFE48-87BB-6865-FFF1-0C3862478258}"/>
          </ac:spMkLst>
        </pc:spChg>
        <pc:spChg chg="add del mod">
          <ac:chgData name="Chloe Atherton" userId="e34bb6d1-4156-4848-9a6f-3126dd062ff7" providerId="ADAL" clId="{8DA4D03A-93A8-44C3-A739-83F36506DCDF}" dt="2026-02-11T20:36:31.992" v="564" actId="478"/>
          <ac:spMkLst>
            <pc:docMk/>
            <pc:sldMk cId="3390780524" sldId="260"/>
            <ac:spMk id="4" creationId="{A3E11897-4A94-13CC-D91D-B91AE3345272}"/>
          </ac:spMkLst>
        </pc:spChg>
        <pc:spChg chg="add mod ord">
          <ac:chgData name="Chloe Atherton" userId="e34bb6d1-4156-4848-9a6f-3126dd062ff7" providerId="ADAL" clId="{8DA4D03A-93A8-44C3-A739-83F36506DCDF}" dt="2026-02-11T21:45:19.074" v="1739" actId="1076"/>
          <ac:spMkLst>
            <pc:docMk/>
            <pc:sldMk cId="3390780524" sldId="260"/>
            <ac:spMk id="5" creationId="{9499BB21-B31A-F9A6-DF76-DCCC37E7DABC}"/>
          </ac:spMkLst>
        </pc:spChg>
        <pc:spChg chg="add mod">
          <ac:chgData name="Chloe Atherton" userId="e34bb6d1-4156-4848-9a6f-3126dd062ff7" providerId="ADAL" clId="{8DA4D03A-93A8-44C3-A739-83F36506DCDF}" dt="2026-02-11T21:45:23.172" v="1740" actId="207"/>
          <ac:spMkLst>
            <pc:docMk/>
            <pc:sldMk cId="3390780524" sldId="260"/>
            <ac:spMk id="6" creationId="{44D05C08-5F95-721D-3A33-308673F96761}"/>
          </ac:spMkLst>
        </pc:spChg>
        <pc:spChg chg="add mod">
          <ac:chgData name="Chloe Atherton" userId="e34bb6d1-4156-4848-9a6f-3126dd062ff7" providerId="ADAL" clId="{8DA4D03A-93A8-44C3-A739-83F36506DCDF}" dt="2026-02-11T21:45:26.620" v="1741" actId="207"/>
          <ac:spMkLst>
            <pc:docMk/>
            <pc:sldMk cId="3390780524" sldId="260"/>
            <ac:spMk id="7" creationId="{B3D2E9A5-9220-ABD6-478E-D8C2CECCFD18}"/>
          </ac:spMkLst>
        </pc:spChg>
        <pc:spChg chg="add mod">
          <ac:chgData name="Chloe Atherton" userId="e34bb6d1-4156-4848-9a6f-3126dd062ff7" providerId="ADAL" clId="{8DA4D03A-93A8-44C3-A739-83F36506DCDF}" dt="2026-02-11T21:45:41.843" v="1744" actId="207"/>
          <ac:spMkLst>
            <pc:docMk/>
            <pc:sldMk cId="3390780524" sldId="260"/>
            <ac:spMk id="8" creationId="{4F93ABE5-7661-4388-89E8-4C9933A0833D}"/>
          </ac:spMkLst>
        </pc:spChg>
        <pc:spChg chg="add mod">
          <ac:chgData name="Chloe Atherton" userId="e34bb6d1-4156-4848-9a6f-3126dd062ff7" providerId="ADAL" clId="{8DA4D03A-93A8-44C3-A739-83F36506DCDF}" dt="2026-02-11T21:45:45.652" v="1745" actId="207"/>
          <ac:spMkLst>
            <pc:docMk/>
            <pc:sldMk cId="3390780524" sldId="260"/>
            <ac:spMk id="9" creationId="{B2C67A96-5543-B9E2-3DE8-7B727BCB75A8}"/>
          </ac:spMkLst>
        </pc:spChg>
        <pc:spChg chg="add mod">
          <ac:chgData name="Chloe Atherton" userId="e34bb6d1-4156-4848-9a6f-3126dd062ff7" providerId="ADAL" clId="{8DA4D03A-93A8-44C3-A739-83F36506DCDF}" dt="2026-02-11T21:43:45.326" v="1719" actId="14100"/>
          <ac:spMkLst>
            <pc:docMk/>
            <pc:sldMk cId="3390780524" sldId="260"/>
            <ac:spMk id="11" creationId="{EDBC40D0-5DEC-E26D-6F5F-F6E3CAE81909}"/>
          </ac:spMkLst>
        </pc:spChg>
        <pc:spChg chg="add mod">
          <ac:chgData name="Chloe Atherton" userId="e34bb6d1-4156-4848-9a6f-3126dd062ff7" providerId="ADAL" clId="{8DA4D03A-93A8-44C3-A739-83F36506DCDF}" dt="2026-02-11T21:44:09.868" v="1726" actId="1076"/>
          <ac:spMkLst>
            <pc:docMk/>
            <pc:sldMk cId="3390780524" sldId="260"/>
            <ac:spMk id="13" creationId="{07290812-28DA-C7A3-90BD-DBE1E5E4C797}"/>
          </ac:spMkLst>
        </pc:spChg>
        <pc:spChg chg="add mod">
          <ac:chgData name="Chloe Atherton" userId="e34bb6d1-4156-4848-9a6f-3126dd062ff7" providerId="ADAL" clId="{8DA4D03A-93A8-44C3-A739-83F36506DCDF}" dt="2026-02-11T21:44:36.273" v="1732" actId="1076"/>
          <ac:spMkLst>
            <pc:docMk/>
            <pc:sldMk cId="3390780524" sldId="260"/>
            <ac:spMk id="15" creationId="{BD25ACEB-2251-48AD-D4E1-DE9CADE4FF08}"/>
          </ac:spMkLst>
        </pc:spChg>
      </pc:sldChg>
      <pc:sldChg chg="addSp delSp modSp add del mod">
        <pc:chgData name="Chloe Atherton" userId="e34bb6d1-4156-4848-9a6f-3126dd062ff7" providerId="ADAL" clId="{8DA4D03A-93A8-44C3-A739-83F36506DCDF}" dt="2026-02-11T20:37:17.747" v="594" actId="47"/>
        <pc:sldMkLst>
          <pc:docMk/>
          <pc:sldMk cId="1788637417" sldId="261"/>
        </pc:sldMkLst>
      </pc:sldChg>
      <pc:sldChg chg="modSp add del mod">
        <pc:chgData name="Chloe Atherton" userId="e34bb6d1-4156-4848-9a6f-3126dd062ff7" providerId="ADAL" clId="{8DA4D03A-93A8-44C3-A739-83F36506DCDF}" dt="2026-02-11T20:37:18.577" v="595" actId="47"/>
        <pc:sldMkLst>
          <pc:docMk/>
          <pc:sldMk cId="3373570282" sldId="262"/>
        </pc:sldMkLst>
      </pc:sldChg>
      <pc:sldChg chg="addSp delSp modSp add del mod">
        <pc:chgData name="Chloe Atherton" userId="e34bb6d1-4156-4848-9a6f-3126dd062ff7" providerId="ADAL" clId="{8DA4D03A-93A8-44C3-A739-83F36506DCDF}" dt="2026-02-11T20:37:19.221" v="596" actId="47"/>
        <pc:sldMkLst>
          <pc:docMk/>
          <pc:sldMk cId="2740256023" sldId="263"/>
        </pc:sldMkLst>
      </pc:sldChg>
      <pc:sldChg chg="delSp modSp add del mod">
        <pc:chgData name="Chloe Atherton" userId="e34bb6d1-4156-4848-9a6f-3126dd062ff7" providerId="ADAL" clId="{8DA4D03A-93A8-44C3-A739-83F36506DCDF}" dt="2026-02-11T20:37:34.707" v="600" actId="47"/>
        <pc:sldMkLst>
          <pc:docMk/>
          <pc:sldMk cId="2165547239" sldId="264"/>
        </pc:sldMkLst>
      </pc:sldChg>
      <pc:sldChg chg="addSp modSp add del mod">
        <pc:chgData name="Chloe Atherton" userId="e34bb6d1-4156-4848-9a6f-3126dd062ff7" providerId="ADAL" clId="{8DA4D03A-93A8-44C3-A739-83F36506DCDF}" dt="2026-02-11T20:37:29.199" v="599" actId="47"/>
        <pc:sldMkLst>
          <pc:docMk/>
          <pc:sldMk cId="1609647783" sldId="265"/>
        </pc:sldMkLst>
      </pc:sldChg>
      <pc:sldChg chg="addSp delSp modSp add mod">
        <pc:chgData name="Chloe Atherton" userId="e34bb6d1-4156-4848-9a6f-3126dd062ff7" providerId="ADAL" clId="{8DA4D03A-93A8-44C3-A739-83F36506DCDF}" dt="2026-02-11T21:51:09.161" v="1873" actId="1076"/>
        <pc:sldMkLst>
          <pc:docMk/>
          <pc:sldMk cId="2446591065" sldId="266"/>
        </pc:sldMkLst>
        <pc:spChg chg="mod">
          <ac:chgData name="Chloe Atherton" userId="e34bb6d1-4156-4848-9a6f-3126dd062ff7" providerId="ADAL" clId="{8DA4D03A-93A8-44C3-A739-83F36506DCDF}" dt="2026-02-10T18:26:58.524" v="250" actId="20577"/>
          <ac:spMkLst>
            <pc:docMk/>
            <pc:sldMk cId="2446591065" sldId="266"/>
            <ac:spMk id="2" creationId="{B5B1B6FB-A50B-B4F6-9D72-F9C176E387EB}"/>
          </ac:spMkLst>
        </pc:spChg>
        <pc:spChg chg="add">
          <ac:chgData name="Chloe Atherton" userId="e34bb6d1-4156-4848-9a6f-3126dd062ff7" providerId="ADAL" clId="{8DA4D03A-93A8-44C3-A739-83F36506DCDF}" dt="2026-02-11T21:05:09.481" v="889"/>
          <ac:spMkLst>
            <pc:docMk/>
            <pc:sldMk cId="2446591065" sldId="266"/>
            <ac:spMk id="3" creationId="{D46DEC43-AE5B-C7AA-B749-123D12027DEA}"/>
          </ac:spMkLst>
        </pc:spChg>
        <pc:spChg chg="add del mod">
          <ac:chgData name="Chloe Atherton" userId="e34bb6d1-4156-4848-9a6f-3126dd062ff7" providerId="ADAL" clId="{8DA4D03A-93A8-44C3-A739-83F36506DCDF}" dt="2026-02-11T21:05:17.600" v="891"/>
          <ac:spMkLst>
            <pc:docMk/>
            <pc:sldMk cId="2446591065" sldId="266"/>
            <ac:spMk id="4" creationId="{B03FF4C5-24B4-D1DB-FFC5-499EA46841C6}"/>
          </ac:spMkLst>
        </pc:spChg>
        <pc:spChg chg="add mod">
          <ac:chgData name="Chloe Atherton" userId="e34bb6d1-4156-4848-9a6f-3126dd062ff7" providerId="ADAL" clId="{8DA4D03A-93A8-44C3-A739-83F36506DCDF}" dt="2026-02-11T21:50:54.033" v="1847" actId="1076"/>
          <ac:spMkLst>
            <pc:docMk/>
            <pc:sldMk cId="2446591065" sldId="266"/>
            <ac:spMk id="5" creationId="{EEEB8DC5-7459-20CF-6090-B99E4C71287F}"/>
          </ac:spMkLst>
        </pc:spChg>
        <pc:spChg chg="add mod ord">
          <ac:chgData name="Chloe Atherton" userId="e34bb6d1-4156-4848-9a6f-3126dd062ff7" providerId="ADAL" clId="{8DA4D03A-93A8-44C3-A739-83F36506DCDF}" dt="2026-02-11T21:47:22.827" v="1762" actId="1076"/>
          <ac:spMkLst>
            <pc:docMk/>
            <pc:sldMk cId="2446591065" sldId="266"/>
            <ac:spMk id="6" creationId="{8C842F75-D217-8537-7FCA-D8A9D36CCA78}"/>
          </ac:spMkLst>
        </pc:spChg>
        <pc:spChg chg="add mod">
          <ac:chgData name="Chloe Atherton" userId="e34bb6d1-4156-4848-9a6f-3126dd062ff7" providerId="ADAL" clId="{8DA4D03A-93A8-44C3-A739-83F36506DCDF}" dt="2026-02-11T21:48:21.992" v="1772" actId="207"/>
          <ac:spMkLst>
            <pc:docMk/>
            <pc:sldMk cId="2446591065" sldId="266"/>
            <ac:spMk id="10" creationId="{B59BB925-25EC-97D6-D4FD-C506715DB10D}"/>
          </ac:spMkLst>
        </pc:spChg>
        <pc:spChg chg="add mod">
          <ac:chgData name="Chloe Atherton" userId="e34bb6d1-4156-4848-9a6f-3126dd062ff7" providerId="ADAL" clId="{8DA4D03A-93A8-44C3-A739-83F36506DCDF}" dt="2026-02-11T21:50:35.915" v="1842" actId="1076"/>
          <ac:spMkLst>
            <pc:docMk/>
            <pc:sldMk cId="2446591065" sldId="266"/>
            <ac:spMk id="11" creationId="{ACD67D4B-BAA5-4F71-72ED-FBFFEA32F395}"/>
          </ac:spMkLst>
        </pc:spChg>
        <pc:spChg chg="add del">
          <ac:chgData name="Chloe Atherton" userId="e34bb6d1-4156-4848-9a6f-3126dd062ff7" providerId="ADAL" clId="{8DA4D03A-93A8-44C3-A739-83F36506DCDF}" dt="2026-02-11T21:48:34.365" v="1776" actId="22"/>
          <ac:spMkLst>
            <pc:docMk/>
            <pc:sldMk cId="2446591065" sldId="266"/>
            <ac:spMk id="13" creationId="{0F6A19E9-0E35-F987-9587-5468316E9CE6}"/>
          </ac:spMkLst>
        </pc:spChg>
        <pc:spChg chg="add mod">
          <ac:chgData name="Chloe Atherton" userId="e34bb6d1-4156-4848-9a6f-3126dd062ff7" providerId="ADAL" clId="{8DA4D03A-93A8-44C3-A739-83F36506DCDF}" dt="2026-02-11T21:50:44.291" v="1846" actId="113"/>
          <ac:spMkLst>
            <pc:docMk/>
            <pc:sldMk cId="2446591065" sldId="266"/>
            <ac:spMk id="15" creationId="{28A75E7A-8A75-D2FA-CE1C-4349142C1C1F}"/>
          </ac:spMkLst>
        </pc:spChg>
        <pc:spChg chg="add mod">
          <ac:chgData name="Chloe Atherton" userId="e34bb6d1-4156-4848-9a6f-3126dd062ff7" providerId="ADAL" clId="{8DA4D03A-93A8-44C3-A739-83F36506DCDF}" dt="2026-02-11T21:51:09.161" v="1873" actId="1076"/>
          <ac:spMkLst>
            <pc:docMk/>
            <pc:sldMk cId="2446591065" sldId="266"/>
            <ac:spMk id="16" creationId="{F58D283C-5007-A653-232B-BBF914BE68ED}"/>
          </ac:spMkLst>
        </pc:spChg>
        <pc:cxnChg chg="add mod">
          <ac:chgData name="Chloe Atherton" userId="e34bb6d1-4156-4848-9a6f-3126dd062ff7" providerId="ADAL" clId="{8DA4D03A-93A8-44C3-A739-83F36506DCDF}" dt="2026-02-11T21:47:48.578" v="1767" actId="14100"/>
          <ac:cxnSpMkLst>
            <pc:docMk/>
            <pc:sldMk cId="2446591065" sldId="266"/>
            <ac:cxnSpMk id="8" creationId="{13EFA1FD-08B2-4741-C13F-153C6D6098DC}"/>
          </ac:cxnSpMkLst>
        </pc:cxnChg>
      </pc:sldChg>
      <pc:sldChg chg="addSp delSp modSp add mod ord">
        <pc:chgData name="Chloe Atherton" userId="e34bb6d1-4156-4848-9a6f-3126dd062ff7" providerId="ADAL" clId="{8DA4D03A-93A8-44C3-A739-83F36506DCDF}" dt="2026-02-11T21:15:04.248" v="1176" actId="1076"/>
        <pc:sldMkLst>
          <pc:docMk/>
          <pc:sldMk cId="3072027077" sldId="267"/>
        </pc:sldMkLst>
        <pc:spChg chg="mod">
          <ac:chgData name="Chloe Atherton" userId="e34bb6d1-4156-4848-9a6f-3126dd062ff7" providerId="ADAL" clId="{8DA4D03A-93A8-44C3-A739-83F36506DCDF}" dt="2026-02-10T18:27:44.981" v="280" actId="20577"/>
          <ac:spMkLst>
            <pc:docMk/>
            <pc:sldMk cId="3072027077" sldId="267"/>
            <ac:spMk id="2" creationId="{DD5B03FF-FDA9-0FBC-42F5-6B34F2337704}"/>
          </ac:spMkLst>
        </pc:spChg>
        <pc:spChg chg="del">
          <ac:chgData name="Chloe Atherton" userId="e34bb6d1-4156-4848-9a6f-3126dd062ff7" providerId="ADAL" clId="{8DA4D03A-93A8-44C3-A739-83F36506DCDF}" dt="2026-02-11T20:53:18.521" v="777" actId="478"/>
          <ac:spMkLst>
            <pc:docMk/>
            <pc:sldMk cId="3072027077" sldId="267"/>
            <ac:spMk id="4" creationId="{75D47851-BF94-3C6A-BB29-5524BF42C7C5}"/>
          </ac:spMkLst>
        </pc:spChg>
        <pc:spChg chg="add mod">
          <ac:chgData name="Chloe Atherton" userId="e34bb6d1-4156-4848-9a6f-3126dd062ff7" providerId="ADAL" clId="{8DA4D03A-93A8-44C3-A739-83F36506DCDF}" dt="2026-02-11T21:14:46.030" v="1150" actId="1076"/>
          <ac:spMkLst>
            <pc:docMk/>
            <pc:sldMk cId="3072027077" sldId="267"/>
            <ac:spMk id="5" creationId="{88F4542F-1324-A007-3423-CEDA491B30C1}"/>
          </ac:spMkLst>
        </pc:spChg>
        <pc:spChg chg="add mod">
          <ac:chgData name="Chloe Atherton" userId="e34bb6d1-4156-4848-9a6f-3126dd062ff7" providerId="ADAL" clId="{8DA4D03A-93A8-44C3-A739-83F36506DCDF}" dt="2026-02-11T21:14:31.305" v="1148" actId="1076"/>
          <ac:spMkLst>
            <pc:docMk/>
            <pc:sldMk cId="3072027077" sldId="267"/>
            <ac:spMk id="6" creationId="{374DD8CF-B7E0-1BB5-6522-8D94F9D05695}"/>
          </ac:spMkLst>
        </pc:spChg>
        <pc:spChg chg="add mod">
          <ac:chgData name="Chloe Atherton" userId="e34bb6d1-4156-4848-9a6f-3126dd062ff7" providerId="ADAL" clId="{8DA4D03A-93A8-44C3-A739-83F36506DCDF}" dt="2026-02-11T21:14:31.305" v="1148" actId="1076"/>
          <ac:spMkLst>
            <pc:docMk/>
            <pc:sldMk cId="3072027077" sldId="267"/>
            <ac:spMk id="7" creationId="{188D35D0-22ED-D031-4F2C-36378457EBC4}"/>
          </ac:spMkLst>
        </pc:spChg>
        <pc:spChg chg="add mod">
          <ac:chgData name="Chloe Atherton" userId="e34bb6d1-4156-4848-9a6f-3126dd062ff7" providerId="ADAL" clId="{8DA4D03A-93A8-44C3-A739-83F36506DCDF}" dt="2026-02-11T21:14:31.305" v="1148" actId="1076"/>
          <ac:spMkLst>
            <pc:docMk/>
            <pc:sldMk cId="3072027077" sldId="267"/>
            <ac:spMk id="8" creationId="{1AC6F30D-F180-F780-79E1-8C6075CE8450}"/>
          </ac:spMkLst>
        </pc:spChg>
        <pc:spChg chg="add mod">
          <ac:chgData name="Chloe Atherton" userId="e34bb6d1-4156-4848-9a6f-3126dd062ff7" providerId="ADAL" clId="{8DA4D03A-93A8-44C3-A739-83F36506DCDF}" dt="2026-02-11T21:14:31.305" v="1148" actId="1076"/>
          <ac:spMkLst>
            <pc:docMk/>
            <pc:sldMk cId="3072027077" sldId="267"/>
            <ac:spMk id="9" creationId="{3A25166B-BCE0-8A6C-43ED-26D0DFE8C547}"/>
          </ac:spMkLst>
        </pc:spChg>
        <pc:spChg chg="add mod">
          <ac:chgData name="Chloe Atherton" userId="e34bb6d1-4156-4848-9a6f-3126dd062ff7" providerId="ADAL" clId="{8DA4D03A-93A8-44C3-A739-83F36506DCDF}" dt="2026-02-11T21:14:31.305" v="1148" actId="1076"/>
          <ac:spMkLst>
            <pc:docMk/>
            <pc:sldMk cId="3072027077" sldId="267"/>
            <ac:spMk id="10" creationId="{059C5D4A-88FA-9B14-7963-E762F01D8F95}"/>
          </ac:spMkLst>
        </pc:spChg>
        <pc:spChg chg="add mod">
          <ac:chgData name="Chloe Atherton" userId="e34bb6d1-4156-4848-9a6f-3126dd062ff7" providerId="ADAL" clId="{8DA4D03A-93A8-44C3-A739-83F36506DCDF}" dt="2026-02-11T21:15:04.248" v="1176" actId="1076"/>
          <ac:spMkLst>
            <pc:docMk/>
            <pc:sldMk cId="3072027077" sldId="267"/>
            <ac:spMk id="11" creationId="{1FF67841-F0A5-C56A-437A-19DBB248230F}"/>
          </ac:spMkLst>
        </pc:spChg>
      </pc:sldChg>
      <pc:sldChg chg="addSp delSp modSp add mod ord">
        <pc:chgData name="Chloe Atherton" userId="e34bb6d1-4156-4848-9a6f-3126dd062ff7" providerId="ADAL" clId="{8DA4D03A-93A8-44C3-A739-83F36506DCDF}" dt="2026-02-11T21:37:18.475" v="1514" actId="1076"/>
        <pc:sldMkLst>
          <pc:docMk/>
          <pc:sldMk cId="2549626039" sldId="268"/>
        </pc:sldMkLst>
        <pc:spChg chg="mod">
          <ac:chgData name="Chloe Atherton" userId="e34bb6d1-4156-4848-9a6f-3126dd062ff7" providerId="ADAL" clId="{8DA4D03A-93A8-44C3-A739-83F36506DCDF}" dt="2026-02-11T21:33:11.386" v="1446" actId="1076"/>
          <ac:spMkLst>
            <pc:docMk/>
            <pc:sldMk cId="2549626039" sldId="268"/>
            <ac:spMk id="2" creationId="{85E7F8CC-7BAB-64F1-B0CC-DD9B908D3870}"/>
          </ac:spMkLst>
        </pc:spChg>
        <pc:spChg chg="del mod">
          <ac:chgData name="Chloe Atherton" userId="e34bb6d1-4156-4848-9a6f-3126dd062ff7" providerId="ADAL" clId="{8DA4D03A-93A8-44C3-A739-83F36506DCDF}" dt="2026-02-11T21:01:11.640" v="867" actId="26606"/>
          <ac:spMkLst>
            <pc:docMk/>
            <pc:sldMk cId="2549626039" sldId="268"/>
            <ac:spMk id="3" creationId="{0E520041-9910-1566-8382-92EAD9EC3375}"/>
          </ac:spMkLst>
        </pc:spChg>
        <pc:spChg chg="add mod">
          <ac:chgData name="Chloe Atherton" userId="e34bb6d1-4156-4848-9a6f-3126dd062ff7" providerId="ADAL" clId="{8DA4D03A-93A8-44C3-A739-83F36506DCDF}" dt="2026-02-11T21:36:36.398" v="1476" actId="20577"/>
          <ac:spMkLst>
            <pc:docMk/>
            <pc:sldMk cId="2549626039" sldId="268"/>
            <ac:spMk id="5" creationId="{43708051-42F4-0C57-44AE-1C386FE19C02}"/>
          </ac:spMkLst>
        </pc:spChg>
        <pc:spChg chg="add del">
          <ac:chgData name="Chloe Atherton" userId="e34bb6d1-4156-4848-9a6f-3126dd062ff7" providerId="ADAL" clId="{8DA4D03A-93A8-44C3-A739-83F36506DCDF}" dt="2026-02-11T21:30:37.210" v="1392" actId="478"/>
          <ac:spMkLst>
            <pc:docMk/>
            <pc:sldMk cId="2549626039" sldId="268"/>
            <ac:spMk id="6" creationId="{DD554B6E-4C89-5D89-4936-187B11780EFE}"/>
          </ac:spMkLst>
        </pc:spChg>
        <pc:spChg chg="add del mod">
          <ac:chgData name="Chloe Atherton" userId="e34bb6d1-4156-4848-9a6f-3126dd062ff7" providerId="ADAL" clId="{8DA4D03A-93A8-44C3-A739-83F36506DCDF}" dt="2026-02-11T21:32:06.634" v="1426" actId="478"/>
          <ac:spMkLst>
            <pc:docMk/>
            <pc:sldMk cId="2549626039" sldId="268"/>
            <ac:spMk id="7" creationId="{EB9734A2-275A-6346-0322-6EEFF19C4982}"/>
          </ac:spMkLst>
        </pc:spChg>
        <pc:spChg chg="add del mod">
          <ac:chgData name="Chloe Atherton" userId="e34bb6d1-4156-4848-9a6f-3126dd062ff7" providerId="ADAL" clId="{8DA4D03A-93A8-44C3-A739-83F36506DCDF}" dt="2026-02-11T21:32:01.857" v="1424" actId="478"/>
          <ac:spMkLst>
            <pc:docMk/>
            <pc:sldMk cId="2549626039" sldId="268"/>
            <ac:spMk id="8" creationId="{0A7565F3-B172-4B46-B022-5EECDDA17A63}"/>
          </ac:spMkLst>
        </pc:spChg>
        <pc:spChg chg="add mod">
          <ac:chgData name="Chloe Atherton" userId="e34bb6d1-4156-4848-9a6f-3126dd062ff7" providerId="ADAL" clId="{8DA4D03A-93A8-44C3-A739-83F36506DCDF}" dt="2026-02-11T21:33:25.692" v="1447" actId="1076"/>
          <ac:spMkLst>
            <pc:docMk/>
            <pc:sldMk cId="2549626039" sldId="268"/>
            <ac:spMk id="10" creationId="{E381C873-38DD-1186-9F91-75929E51A600}"/>
          </ac:spMkLst>
        </pc:spChg>
        <pc:spChg chg="add mod">
          <ac:chgData name="Chloe Atherton" userId="e34bb6d1-4156-4848-9a6f-3126dd062ff7" providerId="ADAL" clId="{8DA4D03A-93A8-44C3-A739-83F36506DCDF}" dt="2026-02-11T21:32:23.579" v="1431"/>
          <ac:spMkLst>
            <pc:docMk/>
            <pc:sldMk cId="2549626039" sldId="268"/>
            <ac:spMk id="11" creationId="{4B0E7219-84F8-329C-228F-9EF4AB2F9BE0}"/>
          </ac:spMkLst>
        </pc:spChg>
        <pc:spChg chg="add mod">
          <ac:chgData name="Chloe Atherton" userId="e34bb6d1-4156-4848-9a6f-3126dd062ff7" providerId="ADAL" clId="{8DA4D03A-93A8-44C3-A739-83F36506DCDF}" dt="2026-02-11T21:33:34.199" v="1449" actId="12"/>
          <ac:spMkLst>
            <pc:docMk/>
            <pc:sldMk cId="2549626039" sldId="268"/>
            <ac:spMk id="13" creationId="{0119839C-797C-4BFF-0774-18BDD0EA4BBF}"/>
          </ac:spMkLst>
        </pc:spChg>
        <pc:spChg chg="add mod">
          <ac:chgData name="Chloe Atherton" userId="e34bb6d1-4156-4848-9a6f-3126dd062ff7" providerId="ADAL" clId="{8DA4D03A-93A8-44C3-A739-83F36506DCDF}" dt="2026-02-11T21:34:28.184" v="1461" actId="207"/>
          <ac:spMkLst>
            <pc:docMk/>
            <pc:sldMk cId="2549626039" sldId="268"/>
            <ac:spMk id="14" creationId="{1DFAEEAD-F6FE-58F0-9267-B8BCC5DB8231}"/>
          </ac:spMkLst>
        </pc:spChg>
        <pc:spChg chg="add mod ord">
          <ac:chgData name="Chloe Atherton" userId="e34bb6d1-4156-4848-9a6f-3126dd062ff7" providerId="ADAL" clId="{8DA4D03A-93A8-44C3-A739-83F36506DCDF}" dt="2026-02-11T21:35:13.046" v="1466" actId="171"/>
          <ac:spMkLst>
            <pc:docMk/>
            <pc:sldMk cId="2549626039" sldId="268"/>
            <ac:spMk id="15" creationId="{68F65B8F-1BCC-4066-D9A0-4E6A174FCA38}"/>
          </ac:spMkLst>
        </pc:spChg>
        <pc:spChg chg="add mod ord">
          <ac:chgData name="Chloe Atherton" userId="e34bb6d1-4156-4848-9a6f-3126dd062ff7" providerId="ADAL" clId="{8DA4D03A-93A8-44C3-A739-83F36506DCDF}" dt="2026-02-11T21:36:13.503" v="1473" actId="171"/>
          <ac:spMkLst>
            <pc:docMk/>
            <pc:sldMk cId="2549626039" sldId="268"/>
            <ac:spMk id="16" creationId="{7F9754B4-855B-EC29-38EB-0C910F5FDEAA}"/>
          </ac:spMkLst>
        </pc:spChg>
        <pc:spChg chg="add mod">
          <ac:chgData name="Chloe Atherton" userId="e34bb6d1-4156-4848-9a6f-3126dd062ff7" providerId="ADAL" clId="{8DA4D03A-93A8-44C3-A739-83F36506DCDF}" dt="2026-02-11T21:37:18.475" v="1514" actId="1076"/>
          <ac:spMkLst>
            <pc:docMk/>
            <pc:sldMk cId="2549626039" sldId="268"/>
            <ac:spMk id="17" creationId="{66388ACA-1983-EEC2-D7C2-3BD613DEA75B}"/>
          </ac:spMkLst>
        </pc:spChg>
        <pc:spChg chg="del">
          <ac:chgData name="Chloe Atherton" userId="e34bb6d1-4156-4848-9a6f-3126dd062ff7" providerId="ADAL" clId="{8DA4D03A-93A8-44C3-A739-83F36506DCDF}" dt="2026-02-11T21:01:11.640" v="867" actId="26606"/>
          <ac:spMkLst>
            <pc:docMk/>
            <pc:sldMk cId="2549626039" sldId="268"/>
            <ac:spMk id="2056" creationId="{D18D9E8B-7589-1EE0-2772-6330950DFD7D}"/>
          </ac:spMkLst>
        </pc:spChg>
        <pc:spChg chg="add">
          <ac:chgData name="Chloe Atherton" userId="e34bb6d1-4156-4848-9a6f-3126dd062ff7" providerId="ADAL" clId="{8DA4D03A-93A8-44C3-A739-83F36506DCDF}" dt="2026-02-11T21:01:11.640" v="867" actId="26606"/>
          <ac:spMkLst>
            <pc:docMk/>
            <pc:sldMk cId="2549626039" sldId="268"/>
            <ac:spMk id="4107" creationId="{33E93247-6229-44AB-A550-739E971E690B}"/>
          </ac:spMkLst>
        </pc:spChg>
        <pc:picChg chg="add mod">
          <ac:chgData name="Chloe Atherton" userId="e34bb6d1-4156-4848-9a6f-3126dd062ff7" providerId="ADAL" clId="{8DA4D03A-93A8-44C3-A739-83F36506DCDF}" dt="2026-02-11T21:29:37.268" v="1370" actId="14100"/>
          <ac:picMkLst>
            <pc:docMk/>
            <pc:sldMk cId="2549626039" sldId="268"/>
            <ac:picMk id="4098" creationId="{B400795A-4B1F-8BB1-B3CD-8ECA8EA79AF7}"/>
          </ac:picMkLst>
        </pc:picChg>
        <pc:cxnChg chg="del">
          <ac:chgData name="Chloe Atherton" userId="e34bb6d1-4156-4848-9a6f-3126dd062ff7" providerId="ADAL" clId="{8DA4D03A-93A8-44C3-A739-83F36506DCDF}" dt="2026-02-11T21:01:11.640" v="867" actId="26606"/>
          <ac:cxnSpMkLst>
            <pc:docMk/>
            <pc:sldMk cId="2549626039" sldId="268"/>
            <ac:cxnSpMk id="2058" creationId="{391A6122-4B53-D95E-537E-2E17AA690E9C}"/>
          </ac:cxnSpMkLst>
        </pc:cxnChg>
        <pc:cxnChg chg="add">
          <ac:chgData name="Chloe Atherton" userId="e34bb6d1-4156-4848-9a6f-3126dd062ff7" providerId="ADAL" clId="{8DA4D03A-93A8-44C3-A739-83F36506DCDF}" dt="2026-02-11T21:01:11.640" v="867" actId="26606"/>
          <ac:cxnSpMkLst>
            <pc:docMk/>
            <pc:sldMk cId="2549626039" sldId="268"/>
            <ac:cxnSpMk id="4103" creationId="{F64F9B95-9045-48D2-B9F3-2927E98F54AA}"/>
          </ac:cxnSpMkLst>
        </pc:cxnChg>
        <pc:cxnChg chg="add">
          <ac:chgData name="Chloe Atherton" userId="e34bb6d1-4156-4848-9a6f-3126dd062ff7" providerId="ADAL" clId="{8DA4D03A-93A8-44C3-A739-83F36506DCDF}" dt="2026-02-11T21:01:11.640" v="867" actId="26606"/>
          <ac:cxnSpMkLst>
            <pc:docMk/>
            <pc:sldMk cId="2549626039" sldId="268"/>
            <ac:cxnSpMk id="4105" creationId="{085AA86F-6A4D-4BCB-A045-D992CDC2959B}"/>
          </ac:cxnSpMkLst>
        </pc:cxnChg>
        <pc:cxnChg chg="add">
          <ac:chgData name="Chloe Atherton" userId="e34bb6d1-4156-4848-9a6f-3126dd062ff7" providerId="ADAL" clId="{8DA4D03A-93A8-44C3-A739-83F36506DCDF}" dt="2026-02-11T21:01:11.640" v="867" actId="26606"/>
          <ac:cxnSpMkLst>
            <pc:docMk/>
            <pc:sldMk cId="2549626039" sldId="268"/>
            <ac:cxnSpMk id="4109" creationId="{EE2E603F-4A95-4FE8-BB06-211DFD75DBEF}"/>
          </ac:cxnSpMkLst>
        </pc:cxnChg>
      </pc:sldChg>
      <pc:sldChg chg="addSp delSp modSp add mod ord">
        <pc:chgData name="Chloe Atherton" userId="e34bb6d1-4156-4848-9a6f-3126dd062ff7" providerId="ADAL" clId="{8DA4D03A-93A8-44C3-A739-83F36506DCDF}" dt="2026-02-11T21:41:40.595" v="1699" actId="12"/>
        <pc:sldMkLst>
          <pc:docMk/>
          <pc:sldMk cId="30299542" sldId="269"/>
        </pc:sldMkLst>
        <pc:spChg chg="mod">
          <ac:chgData name="Chloe Atherton" userId="e34bb6d1-4156-4848-9a6f-3126dd062ff7" providerId="ADAL" clId="{8DA4D03A-93A8-44C3-A739-83F36506DCDF}" dt="2026-02-11T21:40:48.212" v="1639" actId="1076"/>
          <ac:spMkLst>
            <pc:docMk/>
            <pc:sldMk cId="30299542" sldId="269"/>
            <ac:spMk id="2" creationId="{43EF2B74-C56A-151C-33E1-76A0A2091ED6}"/>
          </ac:spMkLst>
        </pc:spChg>
        <pc:spChg chg="del mod">
          <ac:chgData name="Chloe Atherton" userId="e34bb6d1-4156-4848-9a6f-3126dd062ff7" providerId="ADAL" clId="{8DA4D03A-93A8-44C3-A739-83F36506DCDF}" dt="2026-02-11T21:40:38.774" v="1636" actId="478"/>
          <ac:spMkLst>
            <pc:docMk/>
            <pc:sldMk cId="30299542" sldId="269"/>
            <ac:spMk id="3" creationId="{0523B723-8A87-175B-16FC-88D965013598}"/>
          </ac:spMkLst>
        </pc:spChg>
        <pc:spChg chg="add mod">
          <ac:chgData name="Chloe Atherton" userId="e34bb6d1-4156-4848-9a6f-3126dd062ff7" providerId="ADAL" clId="{8DA4D03A-93A8-44C3-A739-83F36506DCDF}" dt="2026-02-11T21:39:09.558" v="1604" actId="1076"/>
          <ac:spMkLst>
            <pc:docMk/>
            <pc:sldMk cId="30299542" sldId="269"/>
            <ac:spMk id="4" creationId="{3E4A4881-E114-7E2E-646D-61020817A2DA}"/>
          </ac:spMkLst>
        </pc:spChg>
        <pc:spChg chg="add mod">
          <ac:chgData name="Chloe Atherton" userId="e34bb6d1-4156-4848-9a6f-3126dd062ff7" providerId="ADAL" clId="{8DA4D03A-93A8-44C3-A739-83F36506DCDF}" dt="2026-02-11T21:39:09.558" v="1604" actId="1076"/>
          <ac:spMkLst>
            <pc:docMk/>
            <pc:sldMk cId="30299542" sldId="269"/>
            <ac:spMk id="5" creationId="{19985A0B-A319-A992-69B9-AA4851422D33}"/>
          </ac:spMkLst>
        </pc:spChg>
        <pc:spChg chg="add mod">
          <ac:chgData name="Chloe Atherton" userId="e34bb6d1-4156-4848-9a6f-3126dd062ff7" providerId="ADAL" clId="{8DA4D03A-93A8-44C3-A739-83F36506DCDF}" dt="2026-02-11T21:39:09.558" v="1604" actId="1076"/>
          <ac:spMkLst>
            <pc:docMk/>
            <pc:sldMk cId="30299542" sldId="269"/>
            <ac:spMk id="6" creationId="{5669F134-CC6D-F1A7-A990-767C735C0B17}"/>
          </ac:spMkLst>
        </pc:spChg>
        <pc:spChg chg="add mod">
          <ac:chgData name="Chloe Atherton" userId="e34bb6d1-4156-4848-9a6f-3126dd062ff7" providerId="ADAL" clId="{8DA4D03A-93A8-44C3-A739-83F36506DCDF}" dt="2026-02-11T21:41:30.965" v="1696" actId="1076"/>
          <ac:spMkLst>
            <pc:docMk/>
            <pc:sldMk cId="30299542" sldId="269"/>
            <ac:spMk id="8" creationId="{693421DD-C2DF-9AC4-6C57-42BEE82B70C6}"/>
          </ac:spMkLst>
        </pc:spChg>
        <pc:spChg chg="add mod">
          <ac:chgData name="Chloe Atherton" userId="e34bb6d1-4156-4848-9a6f-3126dd062ff7" providerId="ADAL" clId="{8DA4D03A-93A8-44C3-A739-83F36506DCDF}" dt="2026-02-11T21:41:40.595" v="1699" actId="12"/>
          <ac:spMkLst>
            <pc:docMk/>
            <pc:sldMk cId="30299542" sldId="269"/>
            <ac:spMk id="10" creationId="{82AD8116-71CA-09B8-4C7B-75A5BF904E8F}"/>
          </ac:spMkLst>
        </pc:spChg>
        <pc:spChg chg="add mod">
          <ac:chgData name="Chloe Atherton" userId="e34bb6d1-4156-4848-9a6f-3126dd062ff7" providerId="ADAL" clId="{8DA4D03A-93A8-44C3-A739-83F36506DCDF}" dt="2026-02-11T21:40:36.259" v="1635" actId="1076"/>
          <ac:spMkLst>
            <pc:docMk/>
            <pc:sldMk cId="30299542" sldId="269"/>
            <ac:spMk id="12" creationId="{99097E2A-B162-909C-2FAE-6E3C2C088134}"/>
          </ac:spMkLst>
        </pc:spChg>
        <pc:spChg chg="add mod">
          <ac:chgData name="Chloe Atherton" userId="e34bb6d1-4156-4848-9a6f-3126dd062ff7" providerId="ADAL" clId="{8DA4D03A-93A8-44C3-A739-83F36506DCDF}" dt="2026-02-11T21:41:23.585" v="1695" actId="1076"/>
          <ac:spMkLst>
            <pc:docMk/>
            <pc:sldMk cId="30299542" sldId="269"/>
            <ac:spMk id="13" creationId="{33FAEA92-8570-D70D-8E0B-D86FFB8E96A2}"/>
          </ac:spMkLst>
        </pc:spChg>
        <pc:picChg chg="add mod">
          <ac:chgData name="Chloe Atherton" userId="e34bb6d1-4156-4848-9a6f-3126dd062ff7" providerId="ADAL" clId="{8DA4D03A-93A8-44C3-A739-83F36506DCDF}" dt="2026-02-11T21:02:36.808" v="883" actId="1076"/>
          <ac:picMkLst>
            <pc:docMk/>
            <pc:sldMk cId="30299542" sldId="269"/>
            <ac:picMk id="5122" creationId="{241E6C00-F2DF-31CB-CF67-0404B669A21C}"/>
          </ac:picMkLst>
        </pc:picChg>
      </pc:sldChg>
      <pc:sldChg chg="addSp delSp modSp add mod">
        <pc:chgData name="Chloe Atherton" userId="e34bb6d1-4156-4848-9a6f-3126dd062ff7" providerId="ADAL" clId="{8DA4D03A-93A8-44C3-A739-83F36506DCDF}" dt="2026-02-11T21:23:55.735" v="1315" actId="1076"/>
        <pc:sldMkLst>
          <pc:docMk/>
          <pc:sldMk cId="3002646183" sldId="270"/>
        </pc:sldMkLst>
        <pc:spChg chg="mod">
          <ac:chgData name="Chloe Atherton" userId="e34bb6d1-4156-4848-9a6f-3126dd062ff7" providerId="ADAL" clId="{8DA4D03A-93A8-44C3-A739-83F36506DCDF}" dt="2026-02-11T21:23:55.735" v="1315" actId="1076"/>
          <ac:spMkLst>
            <pc:docMk/>
            <pc:sldMk cId="3002646183" sldId="270"/>
            <ac:spMk id="2" creationId="{CB011406-248A-FD08-1346-D29B049F70C2}"/>
          </ac:spMkLst>
        </pc:spChg>
        <pc:spChg chg="del mod">
          <ac:chgData name="Chloe Atherton" userId="e34bb6d1-4156-4848-9a6f-3126dd062ff7" providerId="ADAL" clId="{8DA4D03A-93A8-44C3-A739-83F36506DCDF}" dt="2026-02-11T21:23:22.393" v="1309" actId="478"/>
          <ac:spMkLst>
            <pc:docMk/>
            <pc:sldMk cId="3002646183" sldId="270"/>
            <ac:spMk id="3" creationId="{9EFD5517-571D-E5CB-5C42-739A9516E2F9}"/>
          </ac:spMkLst>
        </pc:spChg>
        <pc:spChg chg="add del mod">
          <ac:chgData name="Chloe Atherton" userId="e34bb6d1-4156-4848-9a6f-3126dd062ff7" providerId="ADAL" clId="{8DA4D03A-93A8-44C3-A739-83F36506DCDF}" dt="2026-02-11T21:16:48.131" v="1188" actId="478"/>
          <ac:spMkLst>
            <pc:docMk/>
            <pc:sldMk cId="3002646183" sldId="270"/>
            <ac:spMk id="4" creationId="{CCA83599-60E3-2418-AF00-17675FD76A40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5" creationId="{C5AEC075-3FD9-B315-017E-31D619A0D1DD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6" creationId="{EEA85D21-3A68-95E3-DD4C-211520D658B7}"/>
          </ac:spMkLst>
        </pc:spChg>
        <pc:spChg chg="add mod">
          <ac:chgData name="Chloe Atherton" userId="e34bb6d1-4156-4848-9a6f-3126dd062ff7" providerId="ADAL" clId="{8DA4D03A-93A8-44C3-A739-83F36506DCDF}" dt="2026-02-11T21:18:06.215" v="1204" actId="12789"/>
          <ac:spMkLst>
            <pc:docMk/>
            <pc:sldMk cId="3002646183" sldId="270"/>
            <ac:spMk id="7" creationId="{765894EC-C29E-2746-5BA2-EC9D6A3D68A7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8" creationId="{83C61F5D-4CC2-4AD2-0596-745503D2B6E1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9" creationId="{F309B27D-6973-1E4E-C64F-8A661748C458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11" creationId="{A367F406-4951-B0E6-5DB0-EC5C4656AE82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13" creationId="{26BC6C9B-2491-D8E8-A11B-611453197C47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15" creationId="{2FCE2F8D-2416-8539-D352-B242BEB15E5E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17" creationId="{94965282-F97F-FF9C-3741-3E0A7ACE1F1A}"/>
          </ac:spMkLst>
        </pc:spChg>
        <pc:spChg chg="add mod">
          <ac:chgData name="Chloe Atherton" userId="e34bb6d1-4156-4848-9a6f-3126dd062ff7" providerId="ADAL" clId="{8DA4D03A-93A8-44C3-A739-83F36506DCDF}" dt="2026-02-11T21:20:44.537" v="1248" actId="1076"/>
          <ac:spMkLst>
            <pc:docMk/>
            <pc:sldMk cId="3002646183" sldId="270"/>
            <ac:spMk id="19" creationId="{F7AAABC4-D6D4-228B-49D7-C7C6B5D80432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25" creationId="{9567ED7C-0D57-7E10-39BB-043BA81B839C}"/>
          </ac:spMkLst>
        </pc:spChg>
        <pc:spChg chg="add mod">
          <ac:chgData name="Chloe Atherton" userId="e34bb6d1-4156-4848-9a6f-3126dd062ff7" providerId="ADAL" clId="{8DA4D03A-93A8-44C3-A739-83F36506DCDF}" dt="2026-02-11T21:22:06.552" v="1266" actId="1076"/>
          <ac:spMkLst>
            <pc:docMk/>
            <pc:sldMk cId="3002646183" sldId="270"/>
            <ac:spMk id="27" creationId="{E730364C-076A-84E9-3A09-447CF1FFE952}"/>
          </ac:spMkLst>
        </pc:spChg>
        <pc:spChg chg="add mod">
          <ac:chgData name="Chloe Atherton" userId="e34bb6d1-4156-4848-9a6f-3126dd062ff7" providerId="ADAL" clId="{8DA4D03A-93A8-44C3-A739-83F36506DCDF}" dt="2026-02-11T21:23:44.506" v="1313" actId="1076"/>
          <ac:spMkLst>
            <pc:docMk/>
            <pc:sldMk cId="3002646183" sldId="270"/>
            <ac:spMk id="29" creationId="{79859CCE-121C-7A0E-7294-D9C2B37ACF87}"/>
          </ac:spMkLst>
        </pc:spChg>
        <pc:spChg chg="add mod">
          <ac:chgData name="Chloe Atherton" userId="e34bb6d1-4156-4848-9a6f-3126dd062ff7" providerId="ADAL" clId="{8DA4D03A-93A8-44C3-A739-83F36506DCDF}" dt="2026-02-11T21:22:43.133" v="1278" actId="1076"/>
          <ac:spMkLst>
            <pc:docMk/>
            <pc:sldMk cId="3002646183" sldId="270"/>
            <ac:spMk id="31" creationId="{D891B69C-787F-4145-F9A1-0AFEEC8DA7F7}"/>
          </ac:spMkLst>
        </pc:spChg>
        <pc:spChg chg="add mod">
          <ac:chgData name="Chloe Atherton" userId="e34bb6d1-4156-4848-9a6f-3126dd062ff7" providerId="ADAL" clId="{8DA4D03A-93A8-44C3-A739-83F36506DCDF}" dt="2026-02-11T21:23:49.447" v="1314" actId="1076"/>
          <ac:spMkLst>
            <pc:docMk/>
            <pc:sldMk cId="3002646183" sldId="270"/>
            <ac:spMk id="33" creationId="{18C74701-6D68-604D-5175-56EFE9EFF096}"/>
          </ac:spMkLst>
        </pc:spChg>
        <pc:spChg chg="add del mod">
          <ac:chgData name="Chloe Atherton" userId="e34bb6d1-4156-4848-9a6f-3126dd062ff7" providerId="ADAL" clId="{8DA4D03A-93A8-44C3-A739-83F36506DCDF}" dt="2026-02-11T21:23:32.619" v="1310" actId="478"/>
          <ac:spMkLst>
            <pc:docMk/>
            <pc:sldMk cId="3002646183" sldId="270"/>
            <ac:spMk id="34" creationId="{FBB1A465-FEDE-44C4-1E47-6270D6297C9D}"/>
          </ac:spMkLst>
        </pc:spChg>
        <pc:cxnChg chg="add mod">
          <ac:chgData name="Chloe Atherton" userId="e34bb6d1-4156-4848-9a6f-3126dd062ff7" providerId="ADAL" clId="{8DA4D03A-93A8-44C3-A739-83F36506DCDF}" dt="2026-02-11T21:21:35.593" v="1256" actId="14100"/>
          <ac:cxnSpMkLst>
            <pc:docMk/>
            <pc:sldMk cId="3002646183" sldId="270"/>
            <ac:cxnSpMk id="21" creationId="{795A51C8-A697-D28D-3140-CDC1B2D5856F}"/>
          </ac:cxnSpMkLst>
        </pc:cxnChg>
      </pc:sldChg>
      <pc:sldChg chg="addSp delSp modSp add mod">
        <pc:chgData name="Chloe Atherton" userId="e34bb6d1-4156-4848-9a6f-3126dd062ff7" providerId="ADAL" clId="{8DA4D03A-93A8-44C3-A739-83F36506DCDF}" dt="2026-02-11T21:25:34.019" v="1339" actId="20577"/>
        <pc:sldMkLst>
          <pc:docMk/>
          <pc:sldMk cId="307375438" sldId="271"/>
        </pc:sldMkLst>
        <pc:spChg chg="mod">
          <ac:chgData name="Chloe Atherton" userId="e34bb6d1-4156-4848-9a6f-3126dd062ff7" providerId="ADAL" clId="{8DA4D03A-93A8-44C3-A739-83F36506DCDF}" dt="2026-02-11T21:25:21.515" v="1335" actId="14100"/>
          <ac:spMkLst>
            <pc:docMk/>
            <pc:sldMk cId="307375438" sldId="271"/>
            <ac:spMk id="2" creationId="{5C0379AF-B414-9152-5B88-815288BC8682}"/>
          </ac:spMkLst>
        </pc:spChg>
        <pc:spChg chg="del">
          <ac:chgData name="Chloe Atherton" userId="e34bb6d1-4156-4848-9a6f-3126dd062ff7" providerId="ADAL" clId="{8DA4D03A-93A8-44C3-A739-83F36506DCDF}" dt="2026-02-11T20:56:35.807" v="784" actId="478"/>
          <ac:spMkLst>
            <pc:docMk/>
            <pc:sldMk cId="307375438" sldId="271"/>
            <ac:spMk id="3" creationId="{1E13CF96-DE26-B07B-A8B6-C2F2CD64FFBF}"/>
          </ac:spMkLst>
        </pc:spChg>
        <pc:spChg chg="add del mod">
          <ac:chgData name="Chloe Atherton" userId="e34bb6d1-4156-4848-9a6f-3126dd062ff7" providerId="ADAL" clId="{8DA4D03A-93A8-44C3-A739-83F36506DCDF}" dt="2026-02-11T21:24:58.351" v="1327"/>
          <ac:spMkLst>
            <pc:docMk/>
            <pc:sldMk cId="307375438" sldId="271"/>
            <ac:spMk id="5" creationId="{DB5F4069-B4D1-88E2-45D6-91A524B275A5}"/>
          </ac:spMkLst>
        </pc:spChg>
        <pc:spChg chg="add mod">
          <ac:chgData name="Chloe Atherton" userId="e34bb6d1-4156-4848-9a6f-3126dd062ff7" providerId="ADAL" clId="{8DA4D03A-93A8-44C3-A739-83F36506DCDF}" dt="2026-02-11T21:25:34.019" v="1339" actId="20577"/>
          <ac:spMkLst>
            <pc:docMk/>
            <pc:sldMk cId="307375438" sldId="271"/>
            <ac:spMk id="8" creationId="{916F0FD3-8142-5411-95CF-DA4CE6B28F61}"/>
          </ac:spMkLst>
        </pc:spChg>
        <pc:picChg chg="add mod">
          <ac:chgData name="Chloe Atherton" userId="e34bb6d1-4156-4848-9a6f-3126dd062ff7" providerId="ADAL" clId="{8DA4D03A-93A8-44C3-A739-83F36506DCDF}" dt="2026-02-11T21:25:08.904" v="1332" actId="1076"/>
          <ac:picMkLst>
            <pc:docMk/>
            <pc:sldMk cId="307375438" sldId="271"/>
            <ac:picMk id="7" creationId="{15EE0E63-3CDB-6FD1-658A-E78096991F8A}"/>
          </ac:picMkLst>
        </pc:picChg>
        <pc:picChg chg="add mod">
          <ac:chgData name="Chloe Atherton" userId="e34bb6d1-4156-4848-9a6f-3126dd062ff7" providerId="ADAL" clId="{8DA4D03A-93A8-44C3-A739-83F36506DCDF}" dt="2026-02-11T21:24:27.120" v="1320" actId="1076"/>
          <ac:picMkLst>
            <pc:docMk/>
            <pc:sldMk cId="307375438" sldId="271"/>
            <ac:picMk id="2050" creationId="{0DAF7073-A2A3-AC72-D499-0F23C5F28AAB}"/>
          </ac:picMkLst>
        </pc:picChg>
      </pc:sldChg>
      <pc:sldChg chg="addSp delSp modSp add mod">
        <pc:chgData name="Chloe Atherton" userId="e34bb6d1-4156-4848-9a6f-3126dd062ff7" providerId="ADAL" clId="{8DA4D03A-93A8-44C3-A739-83F36506DCDF}" dt="2026-02-11T21:27:09.724" v="1357" actId="14100"/>
        <pc:sldMkLst>
          <pc:docMk/>
          <pc:sldMk cId="430724855" sldId="272"/>
        </pc:sldMkLst>
        <pc:spChg chg="mod">
          <ac:chgData name="Chloe Atherton" userId="e34bb6d1-4156-4848-9a6f-3126dd062ff7" providerId="ADAL" clId="{8DA4D03A-93A8-44C3-A739-83F36506DCDF}" dt="2026-02-11T20:59:07.980" v="864" actId="1076"/>
          <ac:spMkLst>
            <pc:docMk/>
            <pc:sldMk cId="430724855" sldId="272"/>
            <ac:spMk id="2" creationId="{6C848544-297B-28A4-1E0E-DBE349F59F95}"/>
          </ac:spMkLst>
        </pc:spChg>
        <pc:spChg chg="del mod">
          <ac:chgData name="Chloe Atherton" userId="e34bb6d1-4156-4848-9a6f-3126dd062ff7" providerId="ADAL" clId="{8DA4D03A-93A8-44C3-A739-83F36506DCDF}" dt="2026-02-11T21:26:17.981" v="1347" actId="478"/>
          <ac:spMkLst>
            <pc:docMk/>
            <pc:sldMk cId="430724855" sldId="272"/>
            <ac:spMk id="3" creationId="{25A13289-13E8-D7DC-1C28-553E6A18E2C1}"/>
          </ac:spMkLst>
        </pc:spChg>
        <pc:spChg chg="add mod">
          <ac:chgData name="Chloe Atherton" userId="e34bb6d1-4156-4848-9a6f-3126dd062ff7" providerId="ADAL" clId="{8DA4D03A-93A8-44C3-A739-83F36506DCDF}" dt="2026-02-11T21:27:03.091" v="1356" actId="14100"/>
          <ac:spMkLst>
            <pc:docMk/>
            <pc:sldMk cId="430724855" sldId="272"/>
            <ac:spMk id="6" creationId="{76B478E1-E61F-1813-4FF8-5C2F22244850}"/>
          </ac:spMkLst>
        </pc:spChg>
        <pc:picChg chg="add mod">
          <ac:chgData name="Chloe Atherton" userId="e34bb6d1-4156-4848-9a6f-3126dd062ff7" providerId="ADAL" clId="{8DA4D03A-93A8-44C3-A739-83F36506DCDF}" dt="2026-02-11T21:27:09.724" v="1357" actId="14100"/>
          <ac:picMkLst>
            <pc:docMk/>
            <pc:sldMk cId="430724855" sldId="272"/>
            <ac:picMk id="5" creationId="{1B766BEB-A942-2490-3364-D59FC92DC9A2}"/>
          </ac:picMkLst>
        </pc:picChg>
        <pc:picChg chg="add mod">
          <ac:chgData name="Chloe Atherton" userId="e34bb6d1-4156-4848-9a6f-3126dd062ff7" providerId="ADAL" clId="{8DA4D03A-93A8-44C3-A739-83F36506DCDF}" dt="2026-02-11T20:59:02.608" v="863" actId="14100"/>
          <ac:picMkLst>
            <pc:docMk/>
            <pc:sldMk cId="430724855" sldId="272"/>
            <ac:picMk id="3074" creationId="{17DBA7F8-3426-B1A5-EF69-4E1BC3223189}"/>
          </ac:picMkLst>
        </pc:picChg>
      </pc:sldChg>
      <pc:sldChg chg="add del">
        <pc:chgData name="Chloe Atherton" userId="e34bb6d1-4156-4848-9a6f-3126dd062ff7" providerId="ADAL" clId="{8DA4D03A-93A8-44C3-A739-83F36506DCDF}" dt="2026-02-11T20:54:11.060" v="780" actId="47"/>
        <pc:sldMkLst>
          <pc:docMk/>
          <pc:sldMk cId="427510586" sldId="273"/>
        </pc:sldMkLst>
      </pc:sldChg>
      <pc:sldChg chg="addSp delSp modSp add mod">
        <pc:chgData name="Chloe Atherton" userId="e34bb6d1-4156-4848-9a6f-3126dd062ff7" providerId="ADAL" clId="{8DA4D03A-93A8-44C3-A739-83F36506DCDF}" dt="2026-02-11T21:12:22.840" v="963" actId="14100"/>
        <pc:sldMkLst>
          <pc:docMk/>
          <pc:sldMk cId="914820974" sldId="274"/>
        </pc:sldMkLst>
        <pc:spChg chg="mod">
          <ac:chgData name="Chloe Atherton" userId="e34bb6d1-4156-4848-9a6f-3126dd062ff7" providerId="ADAL" clId="{8DA4D03A-93A8-44C3-A739-83F36506DCDF}" dt="2026-02-11T20:50:42.485" v="762" actId="20577"/>
          <ac:spMkLst>
            <pc:docMk/>
            <pc:sldMk cId="914820974" sldId="274"/>
            <ac:spMk id="2" creationId="{3F3D4E6D-BDDB-3491-9F76-A7173C551404}"/>
          </ac:spMkLst>
        </pc:spChg>
        <pc:spChg chg="mod">
          <ac:chgData name="Chloe Atherton" userId="e34bb6d1-4156-4848-9a6f-3126dd062ff7" providerId="ADAL" clId="{8DA4D03A-93A8-44C3-A739-83F36506DCDF}" dt="2026-02-11T21:12:10.199" v="960" actId="1076"/>
          <ac:spMkLst>
            <pc:docMk/>
            <pc:sldMk cId="914820974" sldId="274"/>
            <ac:spMk id="3" creationId="{F99672CC-5032-53BB-71B7-E825EDA36F14}"/>
          </ac:spMkLst>
        </pc:spChg>
        <pc:spChg chg="add mod">
          <ac:chgData name="Chloe Atherton" userId="e34bb6d1-4156-4848-9a6f-3126dd062ff7" providerId="ADAL" clId="{8DA4D03A-93A8-44C3-A739-83F36506DCDF}" dt="2026-02-11T20:50:27.915" v="719"/>
          <ac:spMkLst>
            <pc:docMk/>
            <pc:sldMk cId="914820974" sldId="274"/>
            <ac:spMk id="4" creationId="{E37F2E59-BC32-9121-B46B-81FBAC57BEDE}"/>
          </ac:spMkLst>
        </pc:spChg>
        <pc:spChg chg="add mod">
          <ac:chgData name="Chloe Atherton" userId="e34bb6d1-4156-4848-9a6f-3126dd062ff7" providerId="ADAL" clId="{8DA4D03A-93A8-44C3-A739-83F36506DCDF}" dt="2026-02-11T20:51:22.202" v="776" actId="1076"/>
          <ac:spMkLst>
            <pc:docMk/>
            <pc:sldMk cId="914820974" sldId="274"/>
            <ac:spMk id="5" creationId="{D8986BF9-FC62-7AC4-63A4-C0EFF9F127AA}"/>
          </ac:spMkLst>
        </pc:spChg>
        <pc:spChg chg="add mod ord">
          <ac:chgData name="Chloe Atherton" userId="e34bb6d1-4156-4848-9a6f-3126dd062ff7" providerId="ADAL" clId="{8DA4D03A-93A8-44C3-A739-83F36506DCDF}" dt="2026-02-11T21:12:22.840" v="963" actId="14100"/>
          <ac:spMkLst>
            <pc:docMk/>
            <pc:sldMk cId="914820974" sldId="274"/>
            <ac:spMk id="6" creationId="{B7C18104-5171-DD9C-8364-5FBBE452CA6D}"/>
          </ac:spMkLst>
        </pc:spChg>
        <pc:picChg chg="del">
          <ac:chgData name="Chloe Atherton" userId="e34bb6d1-4156-4848-9a6f-3126dd062ff7" providerId="ADAL" clId="{8DA4D03A-93A8-44C3-A739-83F36506DCDF}" dt="2026-02-11T20:49:25.124" v="682" actId="478"/>
          <ac:picMkLst>
            <pc:docMk/>
            <pc:sldMk cId="914820974" sldId="274"/>
            <ac:picMk id="1028" creationId="{7A656747-4282-BE0E-A0A4-B5C77315F087}"/>
          </ac:picMkLst>
        </pc:picChg>
      </pc:sldChg>
      <pc:sldMasterChg chg="add addSldLayout">
        <pc:chgData name="Chloe Atherton" userId="e34bb6d1-4156-4848-9a6f-3126dd062ff7" providerId="ADAL" clId="{8DA4D03A-93A8-44C3-A739-83F36506DCDF}" dt="2026-02-10T18:05:34.588" v="0" actId="26606"/>
        <pc:sldMasterMkLst>
          <pc:docMk/>
          <pc:sldMasterMk cId="1157080754" sldId="2147483723"/>
        </pc:sldMasterMkLst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4288340944" sldId="2147483712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1204638820" sldId="2147483713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2507158679" sldId="2147483714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3602819153" sldId="2147483715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3516663119" sldId="2147483716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1831053188" sldId="2147483717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4231158549" sldId="2147483718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3501234006" sldId="2147483719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234782157" sldId="2147483720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199541775" sldId="2147483721"/>
          </pc:sldLayoutMkLst>
        </pc:sldLayoutChg>
        <pc:sldLayoutChg chg="add">
          <pc:chgData name="Chloe Atherton" userId="e34bb6d1-4156-4848-9a6f-3126dd062ff7" providerId="ADAL" clId="{8DA4D03A-93A8-44C3-A739-83F36506DCDF}" dt="2026-02-10T18:05:34.588" v="0" actId="26606"/>
          <pc:sldLayoutMkLst>
            <pc:docMk/>
            <pc:sldMasterMk cId="1157080754" sldId="2147483723"/>
            <pc:sldLayoutMk cId="449858557" sldId="2147483722"/>
          </pc:sldLayoutMkLst>
        </pc:sldLayoutChg>
      </pc:sldMasterChg>
    </pc:docChg>
  </pc:docChgLst>
  <pc:docChgLst>
    <pc:chgData name="Chloe Atherton" userId="S::20cga3@queensu.ca::e34bb6d1-4156-4848-9a6f-3126dd062ff7" providerId="AD" clId="Web-{31D6BB46-C87A-4AAF-A4C3-67E983C0C52D}"/>
    <pc:docChg chg="mod modSld addMainMaster delMainMaster">
      <pc:chgData name="Chloe Atherton" userId="S::20cga3@queensu.ca::e34bb6d1-4156-4848-9a6f-3126dd062ff7" providerId="AD" clId="Web-{31D6BB46-C87A-4AAF-A4C3-67E983C0C52D}" dt="2026-02-10T18:05:06.510" v="0"/>
      <pc:docMkLst>
        <pc:docMk/>
      </pc:docMkLst>
      <pc:sldChg chg="modSp mod modClrScheme chgLayout">
        <pc:chgData name="Chloe Atherton" userId="S::20cga3@queensu.ca::e34bb6d1-4156-4848-9a6f-3126dd062ff7" providerId="AD" clId="Web-{31D6BB46-C87A-4AAF-A4C3-67E983C0C52D}" dt="2026-02-10T18:05:06.510" v="0"/>
        <pc:sldMkLst>
          <pc:docMk/>
          <pc:sldMk cId="109857222" sldId="256"/>
        </pc:sldMkLst>
        <pc:spChg chg="mod ord">
          <ac:chgData name="Chloe Atherton" userId="S::20cga3@queensu.ca::e34bb6d1-4156-4848-9a6f-3126dd062ff7" providerId="AD" clId="Web-{31D6BB46-C87A-4AAF-A4C3-67E983C0C52D}" dt="2026-02-10T18:05:06.510" v="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hloe Atherton" userId="S::20cga3@queensu.ca::e34bb6d1-4156-4848-9a6f-3126dd062ff7" providerId="AD" clId="Web-{31D6BB46-C87A-4AAF-A4C3-67E983C0C52D}" dt="2026-02-10T18:05:06.510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Chloe Atherton" userId="S::20cga3@queensu.ca::e34bb6d1-4156-4848-9a6f-3126dd062ff7" providerId="AD" clId="Web-{295FD10E-EAD0-4F5A-9FE8-806292D1C7D9}"/>
    <pc:docChg chg="modSld">
      <pc:chgData name="Chloe Atherton" userId="S::20cga3@queensu.ca::e34bb6d1-4156-4848-9a6f-3126dd062ff7" providerId="AD" clId="Web-{295FD10E-EAD0-4F5A-9FE8-806292D1C7D9}" dt="2026-02-12T22:00:28.918" v="4" actId="20577"/>
      <pc:docMkLst>
        <pc:docMk/>
      </pc:docMkLst>
      <pc:sldChg chg="modSp">
        <pc:chgData name="Chloe Atherton" userId="S::20cga3@queensu.ca::e34bb6d1-4156-4848-9a6f-3126dd062ff7" providerId="AD" clId="Web-{295FD10E-EAD0-4F5A-9FE8-806292D1C7D9}" dt="2026-02-12T22:00:28.918" v="4" actId="20577"/>
        <pc:sldMkLst>
          <pc:docMk/>
          <pc:sldMk cId="109857222" sldId="256"/>
        </pc:sldMkLst>
        <pc:spChg chg="mod">
          <ac:chgData name="Chloe Atherton" userId="S::20cga3@queensu.ca::e34bb6d1-4156-4848-9a6f-3126dd062ff7" providerId="AD" clId="Web-{295FD10E-EAD0-4F5A-9FE8-806292D1C7D9}" dt="2026-02-12T22:00:28.918" v="4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Will Pritchard" userId="S::21whp2@queensu.ca::4718c9d5-0b50-486e-9585-7e7adad43235" providerId="AD" clId="Web-{5C756A84-FB38-B1E6-6684-B27B167615FA}"/>
    <pc:docChg chg="modSld">
      <pc:chgData name="Will Pritchard" userId="S::21whp2@queensu.ca::4718c9d5-0b50-486e-9585-7e7adad43235" providerId="AD" clId="Web-{5C756A84-FB38-B1E6-6684-B27B167615FA}" dt="2026-02-11T21:54:31.195" v="0" actId="14100"/>
      <pc:docMkLst>
        <pc:docMk/>
      </pc:docMkLst>
      <pc:sldChg chg="modSp">
        <pc:chgData name="Will Pritchard" userId="S::21whp2@queensu.ca::4718c9d5-0b50-486e-9585-7e7adad43235" providerId="AD" clId="Web-{5C756A84-FB38-B1E6-6684-B27B167615FA}" dt="2026-02-11T21:54:31.195" v="0" actId="14100"/>
        <pc:sldMkLst>
          <pc:docMk/>
          <pc:sldMk cId="307375438" sldId="271"/>
        </pc:sldMkLst>
        <pc:picChg chg="mod">
          <ac:chgData name="Will Pritchard" userId="S::21whp2@queensu.ca::4718c9d5-0b50-486e-9585-7e7adad43235" providerId="AD" clId="Web-{5C756A84-FB38-B1E6-6684-B27B167615FA}" dt="2026-02-11T21:54:31.195" v="0" actId="14100"/>
          <ac:picMkLst>
            <pc:docMk/>
            <pc:sldMk cId="307375438" sldId="271"/>
            <ac:picMk id="2050" creationId="{0DAF7073-A2A3-AC72-D499-0F23C5F28A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5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3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5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6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4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3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5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1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08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g1SgdCye5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9E2B-C624-CD92-EC98-79FFC7C2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Video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0A71-7E24-D7E6-D701-F5586F51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https://youtu.be/ig1SgdCye5s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04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sz="3000" dirty="0"/>
              <a:t>A1 CMPE 322</a:t>
            </a:r>
            <a:br>
              <a:rPr lang="en-US" dirty="0"/>
            </a:br>
            <a:r>
              <a:rPr lang="en-US" dirty="0"/>
              <a:t>Gemini CLI Conceptual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4690" y="4987565"/>
            <a:ext cx="5322013" cy="1005657"/>
          </a:xfrm>
        </p:spPr>
        <p:txBody>
          <a:bodyPr>
            <a:noAutofit/>
          </a:bodyPr>
          <a:lstStyle/>
          <a:p>
            <a:r>
              <a:rPr lang="en-US" sz="1600" dirty="0"/>
              <a:t>Jacob Badali, 20jasb1@queensu.ca (GROUP LEADER)</a:t>
            </a:r>
            <a:br>
              <a:rPr lang="en-US" sz="1600" dirty="0"/>
            </a:br>
            <a:r>
              <a:rPr lang="en-US" sz="1600" dirty="0"/>
              <a:t>Zhu Yuan, 18zy11@queensu.ca</a:t>
            </a:r>
            <a:br>
              <a:rPr lang="en-US" sz="1600" dirty="0"/>
            </a:br>
            <a:r>
              <a:rPr lang="en-US" sz="1600" dirty="0"/>
              <a:t>Chloe Atherton, 20cga3@queensu.ca</a:t>
            </a:r>
            <a:br>
              <a:rPr lang="en-US" sz="1600" dirty="0"/>
            </a:br>
            <a:r>
              <a:rPr lang="en-US" sz="1600" dirty="0"/>
              <a:t>Will Pritchard, 21whp2@queensu.ca</a:t>
            </a:r>
            <a:br>
              <a:rPr lang="en-US" sz="1600" dirty="0"/>
            </a:br>
            <a:r>
              <a:rPr lang="en-US" sz="1600" dirty="0"/>
              <a:t>Julian Tiqui, 21jtt4@queensu.ca</a:t>
            </a:r>
            <a:br>
              <a:rPr lang="en-US" sz="1600" dirty="0"/>
            </a:br>
            <a:r>
              <a:rPr lang="en-US" sz="1600" dirty="0"/>
              <a:t>Connor Rewa, 20car8@queensu.ca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45558-1B13-877B-199F-013243FF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2" r="21145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CB9D3-4FFC-57F7-9F76-4442A0D6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66" y="914400"/>
            <a:ext cx="4334886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Motivation: What is Gemini CLI?</a:t>
            </a:r>
            <a:endParaRPr lang="en-CA" sz="3300"/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A3B10FF-3A23-3B81-A7C3-BBB733BAAF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636" y="2579623"/>
            <a:ext cx="3799763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AI-assisted development from the terminal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More than chat →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can act on your machine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Reads/writes files, runs shell commands, searches code, uses web + MCP tools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Bridges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natural language → real developer workflows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10321-7A0D-FBBE-B510-3C1356718885}"/>
              </a:ext>
            </a:extLst>
          </p:cNvPr>
          <p:cNvSpPr/>
          <p:nvPr/>
        </p:nvSpPr>
        <p:spPr>
          <a:xfrm>
            <a:off x="4442791" y="0"/>
            <a:ext cx="774920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27" name="Picture 3" descr="Google Gemini CLI: Code Smarter, Free 👨🏻‍💻">
            <a:extLst>
              <a:ext uri="{FF2B5EF4-FFF2-40B4-BE49-F238E27FC236}">
                <a16:creationId xmlns:a16="http://schemas.microsoft.com/office/drawing/2014/main" id="{F36BF565-C29C-51AD-06D7-DE35B3C5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8" r="14779" b="-1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80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98529-DA5D-0C84-34E8-7308951C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A0E96-8245-82C2-D639-25F3EF3F0F74}"/>
              </a:ext>
            </a:extLst>
          </p:cNvPr>
          <p:cNvSpPr/>
          <p:nvPr/>
        </p:nvSpPr>
        <p:spPr>
          <a:xfrm>
            <a:off x="0" y="0"/>
            <a:ext cx="489005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9E444-6616-7417-DD34-718F4216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82" y="869310"/>
            <a:ext cx="5391912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High Level Conceptual Architecture</a:t>
            </a:r>
            <a:endParaRPr lang="en-CA" sz="3300"/>
          </a:p>
        </p:txBody>
      </p: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2E628A1-BE04-6EE8-B53F-BDC679F27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782" y="2107628"/>
            <a:ext cx="4638759" cy="4457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>
              <a:buNone/>
            </a:pPr>
            <a:r>
              <a:rPr lang="en-CA" b="1"/>
              <a:t>Presentation Layer - CLI Subsystem</a:t>
            </a:r>
            <a:endParaRPr lang="en-CA"/>
          </a:p>
          <a:p>
            <a:pPr lvl="1"/>
            <a:r>
              <a:rPr lang="en-CA"/>
              <a:t>User input + terminal UI (React + Ink)</a:t>
            </a:r>
          </a:p>
          <a:p>
            <a:pPr lvl="1"/>
            <a:r>
              <a:rPr lang="en-CA"/>
              <a:t>Interactive &amp; headless modes</a:t>
            </a:r>
          </a:p>
          <a:p>
            <a:pPr marL="0" indent="0">
              <a:buNone/>
            </a:pPr>
            <a:r>
              <a:rPr lang="en-CA" b="1"/>
              <a:t>Business Logic Layer - Core Subsystem</a:t>
            </a:r>
            <a:endParaRPr lang="en-CA"/>
          </a:p>
          <a:p>
            <a:pPr lvl="1"/>
            <a:r>
              <a:rPr lang="en-CA"/>
              <a:t>Orchestration &amp; state management</a:t>
            </a:r>
          </a:p>
          <a:p>
            <a:pPr lvl="1"/>
            <a:r>
              <a:rPr lang="en-CA"/>
              <a:t>Gemini API mediation</a:t>
            </a:r>
          </a:p>
          <a:p>
            <a:pPr lvl="1"/>
            <a:r>
              <a:rPr lang="en-CA"/>
              <a:t>Tool registry + safety policy enforcement</a:t>
            </a:r>
          </a:p>
          <a:p>
            <a:pPr marL="0" indent="0">
              <a:buNone/>
            </a:pPr>
            <a:r>
              <a:rPr lang="en-CA" b="1"/>
              <a:t>Execution Layer - Tools Subsystem</a:t>
            </a:r>
            <a:endParaRPr lang="en-CA"/>
          </a:p>
          <a:p>
            <a:pPr lvl="1"/>
            <a:r>
              <a:rPr lang="en-CA"/>
              <a:t>File system, shell, web, code search</a:t>
            </a:r>
          </a:p>
          <a:p>
            <a:pPr lvl="1"/>
            <a:r>
              <a:rPr lang="en-CA"/>
              <a:t>Child processes + MCP integration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5E0DDE3-4656-9B2E-9F54-5701BA7F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323" y="55394"/>
            <a:ext cx="7231677" cy="667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08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DB386-1BB3-0FB7-0BED-AA82A2E0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69BCC9F3-D710-41B1-E807-2B2719C5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18104-5171-DD9C-8364-5FBBE452CA6D}"/>
              </a:ext>
            </a:extLst>
          </p:cNvPr>
          <p:cNvSpPr/>
          <p:nvPr/>
        </p:nvSpPr>
        <p:spPr>
          <a:xfrm>
            <a:off x="5546122" y="1"/>
            <a:ext cx="664587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D4E6D-BDDB-3491-9F76-A7173C55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436" y="1066800"/>
            <a:ext cx="5512154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Key Quality Attributes</a:t>
            </a:r>
            <a:endParaRPr lang="en-CA" sz="3300"/>
          </a:p>
        </p:txBody>
      </p:sp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8BB61780-E070-F586-B5B7-A0FDB9E09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F99672CC-5032-53BB-71B7-E825EDA36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9466" y="2031251"/>
            <a:ext cx="4910673" cy="44578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/>
              <a:t>Separation of Concerns</a:t>
            </a:r>
            <a:endParaRPr lang="en-US"/>
          </a:p>
          <a:p>
            <a:pPr lvl="1"/>
            <a:r>
              <a:rPr lang="en-US"/>
              <a:t>CLI = presentation</a:t>
            </a:r>
          </a:p>
          <a:p>
            <a:pPr lvl="1"/>
            <a:r>
              <a:rPr lang="en-US"/>
              <a:t>Core = orchestration</a:t>
            </a:r>
          </a:p>
          <a:p>
            <a:pPr lvl="1"/>
            <a:r>
              <a:rPr lang="en-US"/>
              <a:t>Tools = execution</a:t>
            </a:r>
          </a:p>
          <a:p>
            <a:r>
              <a:rPr lang="en-US" b="1"/>
              <a:t>Extensibility</a:t>
            </a:r>
            <a:endParaRPr lang="en-US"/>
          </a:p>
          <a:p>
            <a:pPr lvl="1"/>
            <a:r>
              <a:rPr lang="en-US"/>
              <a:t>Dynamic </a:t>
            </a:r>
            <a:r>
              <a:rPr lang="en-US" b="1"/>
              <a:t>Tool Registry</a:t>
            </a:r>
            <a:endParaRPr lang="en-US"/>
          </a:p>
          <a:p>
            <a:pPr lvl="1"/>
            <a:r>
              <a:rPr lang="en-US" b="1"/>
              <a:t>MCP</a:t>
            </a:r>
            <a:r>
              <a:rPr lang="en-US"/>
              <a:t> for third-party tools</a:t>
            </a:r>
          </a:p>
          <a:p>
            <a:r>
              <a:rPr lang="en-US" b="1"/>
              <a:t>Portability</a:t>
            </a:r>
            <a:endParaRPr lang="en-US"/>
          </a:p>
          <a:p>
            <a:pPr lvl="1"/>
            <a:r>
              <a:rPr lang="en-US"/>
              <a:t>Built on </a:t>
            </a:r>
            <a:r>
              <a:rPr lang="en-US" b="1"/>
              <a:t>Node.js abstractions</a:t>
            </a:r>
            <a:endParaRPr lang="en-US"/>
          </a:p>
          <a:p>
            <a:pPr lvl="1"/>
            <a:r>
              <a:rPr lang="en-US"/>
              <a:t>Platform-specific logic encapsulated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7F2E59-BC32-9121-B46B-81FBAC57BEDE}"/>
              </a:ext>
            </a:extLst>
          </p:cNvPr>
          <p:cNvSpPr txBox="1">
            <a:spLocks/>
          </p:cNvSpPr>
          <p:nvPr/>
        </p:nvSpPr>
        <p:spPr>
          <a:xfrm>
            <a:off x="403483" y="1066800"/>
            <a:ext cx="5512154" cy="1473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300"/>
              <a:t>Core Design Principles</a:t>
            </a:r>
            <a:endParaRPr lang="en-CA" sz="33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986BF9-FC62-7AC4-63A4-C0EFF9F12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91" y="1675935"/>
            <a:ext cx="5646108" cy="48926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/>
              <a:t>Performance</a:t>
            </a:r>
            <a:endParaRPr lang="en-CA"/>
          </a:p>
          <a:p>
            <a:pPr lvl="1"/>
            <a:r>
              <a:rPr lang="en-CA"/>
              <a:t>Asynchronous execution</a:t>
            </a:r>
          </a:p>
          <a:p>
            <a:pPr lvl="1"/>
            <a:r>
              <a:rPr lang="en-CA"/>
              <a:t>Parallel tool invocation</a:t>
            </a:r>
          </a:p>
          <a:p>
            <a:pPr lvl="1"/>
            <a:r>
              <a:rPr lang="en-CA"/>
              <a:t>Streaming outputs</a:t>
            </a:r>
          </a:p>
          <a:p>
            <a:pPr lvl="1"/>
            <a:r>
              <a:rPr lang="en-CA"/>
              <a:t>Token caching + native binaries (e.g., </a:t>
            </a:r>
            <a:r>
              <a:rPr lang="en-CA" err="1"/>
              <a:t>ripgrep</a:t>
            </a:r>
            <a:r>
              <a:rPr lang="en-CA"/>
              <a:t>)</a:t>
            </a:r>
          </a:p>
          <a:p>
            <a:r>
              <a:rPr lang="en-CA" b="1"/>
              <a:t>Testability</a:t>
            </a:r>
            <a:endParaRPr lang="en-CA"/>
          </a:p>
          <a:p>
            <a:pPr lvl="1"/>
            <a:r>
              <a:rPr lang="en-CA"/>
              <a:t>Clear layer interfaces</a:t>
            </a:r>
          </a:p>
          <a:p>
            <a:pPr lvl="1"/>
            <a:r>
              <a:rPr lang="en-CA"/>
              <a:t>Extensive unit tests (100k+ lines)</a:t>
            </a:r>
          </a:p>
          <a:p>
            <a:r>
              <a:rPr lang="en-CA" b="1"/>
              <a:t>Maintainability &amp; Evolvability</a:t>
            </a:r>
            <a:endParaRPr lang="en-CA"/>
          </a:p>
          <a:p>
            <a:pPr lvl="1"/>
            <a:r>
              <a:rPr lang="en-CA"/>
              <a:t>Modular design</a:t>
            </a:r>
          </a:p>
          <a:p>
            <a:pPr lvl="1"/>
            <a:r>
              <a:rPr lang="en-CA"/>
              <a:t>New models/tools/UI can be added incrementally</a:t>
            </a:r>
          </a:p>
          <a:p>
            <a:r>
              <a:rPr lang="en-CA" b="1"/>
              <a:t>Security</a:t>
            </a:r>
            <a:endParaRPr lang="en-CA"/>
          </a:p>
          <a:p>
            <a:pPr lvl="1"/>
            <a:r>
              <a:rPr lang="en-CA"/>
              <a:t>Policy-based restrictions</a:t>
            </a:r>
          </a:p>
          <a:p>
            <a:pPr lvl="1"/>
            <a:r>
              <a:rPr lang="en-CA"/>
              <a:t>User confirmation for destructive actions</a:t>
            </a:r>
          </a:p>
          <a:p>
            <a:pPr lvl="1"/>
            <a:r>
              <a:rPr lang="en-CA"/>
              <a:t>Enforcement in Core layer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82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4BAA-656F-E4A5-3EB5-1E2E872E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03FF-FDA9-0FBC-42F5-6B34F233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External Interfaces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4542F-1324-A007-3423-CEDA491B30C1}"/>
              </a:ext>
            </a:extLst>
          </p:cNvPr>
          <p:cNvSpPr txBox="1"/>
          <p:nvPr/>
        </p:nvSpPr>
        <p:spPr>
          <a:xfrm>
            <a:off x="700635" y="1665400"/>
            <a:ext cx="9640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/>
              <a:t>Define </a:t>
            </a:r>
            <a:r>
              <a:rPr lang="en-CA" sz="2400" b="1"/>
              <a:t>what information crosses system boundaries</a:t>
            </a:r>
            <a:endParaRPr lang="en-CA" sz="2400"/>
          </a:p>
          <a:p>
            <a:pPr>
              <a:buFont typeface="Arial" panose="020B0604020202020204" pitchFamily="34" charset="0"/>
              <a:buChar char="•"/>
            </a:pPr>
            <a:r>
              <a:rPr lang="en-CA" sz="2400"/>
              <a:t>Focus on </a:t>
            </a:r>
            <a:r>
              <a:rPr lang="en-CA" sz="2400" b="1"/>
              <a:t>content, direction, and function</a:t>
            </a:r>
            <a:r>
              <a:rPr lang="en-CA" sz="2400"/>
              <a:t> of exchanges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/>
              <a:t>Not the UI implementation details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4DD8CF-B7E0-1BB5-6522-8D94F9D05695}"/>
              </a:ext>
            </a:extLst>
          </p:cNvPr>
          <p:cNvSpPr/>
          <p:nvPr/>
        </p:nvSpPr>
        <p:spPr>
          <a:xfrm>
            <a:off x="263386" y="3786212"/>
            <a:ext cx="2087217" cy="14709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User Command Interface (CLI)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8D35D0-22ED-D031-4F2C-36378457EBC4}"/>
              </a:ext>
            </a:extLst>
          </p:cNvPr>
          <p:cNvSpPr/>
          <p:nvPr/>
        </p:nvSpPr>
        <p:spPr>
          <a:xfrm>
            <a:off x="5102086" y="3786211"/>
            <a:ext cx="2087217" cy="14709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Cloud Model Service Interface (CMI)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C6F30D-F180-F780-79E1-8C6075CE8450}"/>
              </a:ext>
            </a:extLst>
          </p:cNvPr>
          <p:cNvSpPr/>
          <p:nvPr/>
        </p:nvSpPr>
        <p:spPr>
          <a:xfrm>
            <a:off x="2682736" y="3786210"/>
            <a:ext cx="2087217" cy="14709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Local Development Environment Interface (IDE)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25166B-BCE0-8A6C-43ED-26D0DFE8C547}"/>
              </a:ext>
            </a:extLst>
          </p:cNvPr>
          <p:cNvSpPr/>
          <p:nvPr/>
        </p:nvSpPr>
        <p:spPr>
          <a:xfrm>
            <a:off x="7521437" y="3786212"/>
            <a:ext cx="2087217" cy="14709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MCP Interface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9C5D4A-88FA-9B14-7963-E762F01D8F95}"/>
              </a:ext>
            </a:extLst>
          </p:cNvPr>
          <p:cNvSpPr/>
          <p:nvPr/>
        </p:nvSpPr>
        <p:spPr>
          <a:xfrm>
            <a:off x="9940787" y="3786210"/>
            <a:ext cx="2087217" cy="14709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Collaboration Interface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67841-F0A5-C56A-437A-19DBB248230F}"/>
              </a:ext>
            </a:extLst>
          </p:cNvPr>
          <p:cNvSpPr txBox="1"/>
          <p:nvPr/>
        </p:nvSpPr>
        <p:spPr>
          <a:xfrm>
            <a:off x="299830" y="3071788"/>
            <a:ext cx="9640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/>
              <a:t>Key Interfaces:</a:t>
            </a:r>
            <a:endParaRPr lang="en-CA" sz="2400" i="1"/>
          </a:p>
        </p:txBody>
      </p:sp>
    </p:spTree>
    <p:extLst>
      <p:ext uri="{BB962C8B-B14F-4D97-AF65-F5344CB8AC3E}">
        <p14:creationId xmlns:p14="http://schemas.microsoft.com/office/powerpoint/2010/main" val="307202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0C672-2102-C8EA-F345-6D2FB912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9BA9592-F2DE-32D1-7702-43C9C71E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11406-248A-FD08-1346-D29B049F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24" y="1103555"/>
            <a:ext cx="9592851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Principles and Mechanisms of Discovery</a:t>
            </a:r>
            <a:endParaRPr lang="en-CA" sz="3400"/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FBB18AF9-843B-B3EF-6A46-662A5AA1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AEC075-3FD9-B315-017E-31D619A0D1DD}"/>
              </a:ext>
            </a:extLst>
          </p:cNvPr>
          <p:cNvSpPr/>
          <p:nvPr/>
        </p:nvSpPr>
        <p:spPr>
          <a:xfrm>
            <a:off x="4933740" y="2043187"/>
            <a:ext cx="2337353" cy="40924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A85D21-3A68-95E3-DD4C-211520D658B7}"/>
              </a:ext>
            </a:extLst>
          </p:cNvPr>
          <p:cNvSpPr/>
          <p:nvPr/>
        </p:nvSpPr>
        <p:spPr>
          <a:xfrm>
            <a:off x="2506936" y="2043187"/>
            <a:ext cx="2337353" cy="40924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5894EC-C29E-2746-5BA2-EC9D6A3D68A7}"/>
              </a:ext>
            </a:extLst>
          </p:cNvPr>
          <p:cNvSpPr/>
          <p:nvPr/>
        </p:nvSpPr>
        <p:spPr>
          <a:xfrm>
            <a:off x="72368" y="2043187"/>
            <a:ext cx="2337353" cy="40924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C61F5D-4CC2-4AD2-0596-745503D2B6E1}"/>
              </a:ext>
            </a:extLst>
          </p:cNvPr>
          <p:cNvSpPr/>
          <p:nvPr/>
        </p:nvSpPr>
        <p:spPr>
          <a:xfrm>
            <a:off x="9763848" y="2043187"/>
            <a:ext cx="2337353" cy="4092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09B27D-6973-1E4E-C64F-8A661748C458}"/>
              </a:ext>
            </a:extLst>
          </p:cNvPr>
          <p:cNvSpPr/>
          <p:nvPr/>
        </p:nvSpPr>
        <p:spPr>
          <a:xfrm>
            <a:off x="7360544" y="2043187"/>
            <a:ext cx="2337353" cy="409243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7F406-4951-B0E6-5DB0-EC5C4656AE82}"/>
              </a:ext>
            </a:extLst>
          </p:cNvPr>
          <p:cNvSpPr txBox="1"/>
          <p:nvPr/>
        </p:nvSpPr>
        <p:spPr>
          <a:xfrm>
            <a:off x="107255" y="3151071"/>
            <a:ext cx="23373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Official </a:t>
            </a:r>
            <a:r>
              <a:rPr lang="en-CA" b="1"/>
              <a:t>Gemini CLI documentation</a:t>
            </a:r>
            <a:endParaRPr lang="en-CA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GitHub repository structure (packages/cli, packages/core)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Public diagrams and descriptions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C6C9B-2491-D8E8-A11B-611453197C47}"/>
              </a:ext>
            </a:extLst>
          </p:cNvPr>
          <p:cNvSpPr txBox="1"/>
          <p:nvPr/>
        </p:nvSpPr>
        <p:spPr>
          <a:xfrm>
            <a:off x="2523424" y="3151071"/>
            <a:ext cx="23373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Technical blog posts (e.g., Medium, Dev.to)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Community architecture breakdowns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Helped interpret interaction patterns (e.g., message bus)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E2F8D-2416-8539-D352-B242BEB15E5E}"/>
              </a:ext>
            </a:extLst>
          </p:cNvPr>
          <p:cNvSpPr txBox="1"/>
          <p:nvPr/>
        </p:nvSpPr>
        <p:spPr>
          <a:xfrm>
            <a:off x="4950228" y="3106356"/>
            <a:ext cx="24885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Abstracted a </a:t>
            </a:r>
            <a:r>
              <a:rPr lang="en-CA" b="1"/>
              <a:t>three-layer model</a:t>
            </a:r>
            <a:r>
              <a:rPr lang="en-CA"/>
              <a:t> (CLI–Core–Tools)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Identified responsibilities per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Mapped tools, safety, and orchestration to 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65282-F97F-FF9C-3741-3E0A7ACE1F1A}"/>
              </a:ext>
            </a:extLst>
          </p:cNvPr>
          <p:cNvSpPr txBox="1"/>
          <p:nvPr/>
        </p:nvSpPr>
        <p:spPr>
          <a:xfrm>
            <a:off x="7337044" y="3129675"/>
            <a:ext cx="23373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Traced flows in </a:t>
            </a:r>
            <a:r>
              <a:rPr lang="en-CA" b="1"/>
              <a:t>Debugging</a:t>
            </a:r>
            <a:r>
              <a:rPr lang="en-CA"/>
              <a:t> and </a:t>
            </a:r>
            <a:r>
              <a:rPr lang="en-CA" b="1"/>
              <a:t>Refactoring</a:t>
            </a:r>
            <a:r>
              <a:rPr lang="en-CA"/>
              <a:t>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Verified layer roles through sequence diagrams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AABC4-D6D4-228B-49D7-C7C6B5D80432}"/>
              </a:ext>
            </a:extLst>
          </p:cNvPr>
          <p:cNvSpPr txBox="1"/>
          <p:nvPr/>
        </p:nvSpPr>
        <p:spPr>
          <a:xfrm>
            <a:off x="9763848" y="3129675"/>
            <a:ext cx="25482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/>
              <a:t>Used LLMs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Summarize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Clarify architectural styles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/>
              <a:t>Cross-check interpretations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5A51C8-A697-D28D-3140-CDC1B2D5856F}"/>
              </a:ext>
            </a:extLst>
          </p:cNvPr>
          <p:cNvCxnSpPr>
            <a:cxnSpLocks/>
          </p:cNvCxnSpPr>
          <p:nvPr/>
        </p:nvCxnSpPr>
        <p:spPr>
          <a:xfrm>
            <a:off x="-24848" y="2925410"/>
            <a:ext cx="12192000" cy="0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67ED7C-0D57-7E10-39BB-043BA81B839C}"/>
              </a:ext>
            </a:extLst>
          </p:cNvPr>
          <p:cNvSpPr txBox="1"/>
          <p:nvPr/>
        </p:nvSpPr>
        <p:spPr>
          <a:xfrm>
            <a:off x="107255" y="2203034"/>
            <a:ext cx="2213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1) Primary Source Review</a:t>
            </a:r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30364C-076A-84E9-3A09-447CF1FFE952}"/>
              </a:ext>
            </a:extLst>
          </p:cNvPr>
          <p:cNvSpPr txBox="1"/>
          <p:nvPr/>
        </p:nvSpPr>
        <p:spPr>
          <a:xfrm>
            <a:off x="2547234" y="2178603"/>
            <a:ext cx="2814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2) Secondary Source Analysis</a:t>
            </a:r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859CCE-121C-7A0E-7294-D9C2B37ACF87}"/>
              </a:ext>
            </a:extLst>
          </p:cNvPr>
          <p:cNvSpPr txBox="1"/>
          <p:nvPr/>
        </p:nvSpPr>
        <p:spPr>
          <a:xfrm>
            <a:off x="4950228" y="2160198"/>
            <a:ext cx="2381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3) Systematic Conceptual Modeling</a:t>
            </a:r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91B69C-787F-4145-F9A1-0AFEEC8DA7F7}"/>
              </a:ext>
            </a:extLst>
          </p:cNvPr>
          <p:cNvSpPr txBox="1"/>
          <p:nvPr/>
        </p:nvSpPr>
        <p:spPr>
          <a:xfrm>
            <a:off x="7397932" y="2188606"/>
            <a:ext cx="2654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4) Use-Case Driven Reasoning</a:t>
            </a:r>
            <a:endParaRPr lang="en-CA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C74701-6D68-604D-5175-56EFE9EFF096}"/>
              </a:ext>
            </a:extLst>
          </p:cNvPr>
          <p:cNvSpPr txBox="1"/>
          <p:nvPr/>
        </p:nvSpPr>
        <p:spPr>
          <a:xfrm>
            <a:off x="9867781" y="2176947"/>
            <a:ext cx="306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/>
              <a:t>5) LLM-Assisted Confirmation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64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628C6-49C7-7558-4150-1BEC5F72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73BBBE5-8DD2-7D0C-B905-9A9766327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379AF-B414-9152-5B88-815288BC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49" y="847288"/>
            <a:ext cx="3749099" cy="131673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/>
              <a:t>UC1: Debug a Failing Command</a:t>
            </a:r>
            <a:endParaRPr lang="en-CA" sz="3400"/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6FA1D00F-5753-0995-2B30-899095E24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AF7073-A2A3-AC72-D499-0F23C5F28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50" y="-6980"/>
            <a:ext cx="8686185" cy="687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Programmer female with solid fill">
            <a:extLst>
              <a:ext uri="{FF2B5EF4-FFF2-40B4-BE49-F238E27FC236}">
                <a16:creationId xmlns:a16="http://schemas.microsoft.com/office/drawing/2014/main" id="{15EE0E63-3CDB-6FD1-658A-E78096991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978" y="4941691"/>
            <a:ext cx="1512795" cy="151279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16F0FD3-8142-5411-95CF-DA4CE6B28F61}"/>
              </a:ext>
            </a:extLst>
          </p:cNvPr>
          <p:cNvSpPr/>
          <p:nvPr/>
        </p:nvSpPr>
        <p:spPr>
          <a:xfrm>
            <a:off x="652346" y="2553629"/>
            <a:ext cx="3501483" cy="1667108"/>
          </a:xfrm>
          <a:prstGeom prst="wedgeRoundRectCallout">
            <a:avLst>
              <a:gd name="adj1" fmla="val -30484"/>
              <a:gd name="adj2" fmla="val 102445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>
                <a:solidFill>
                  <a:schemeClr val="tx1"/>
                </a:solidFill>
              </a:rPr>
              <a:t>“This script crashes with a null reference error ,  debug and fix it.”</a:t>
            </a:r>
            <a:endParaRPr lang="en-CA" sz="2400">
              <a:solidFill>
                <a:schemeClr val="tx1"/>
              </a:solidFill>
            </a:endParaRPr>
          </a:p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37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80C8A-0D3B-B2B9-28E5-904E540C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6CE11A1E-1B58-E7CC-BD2B-CDCA37644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48544-297B-28A4-1E0E-DBE349F59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5" y="914400"/>
            <a:ext cx="2945123" cy="131673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/>
              <a:t>UC2: Refactor code</a:t>
            </a:r>
            <a:endParaRPr lang="en-CA" sz="3400"/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2524EF2E-6160-6D42-D5CA-4EFF1948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17DBA7F8-3426-B1A5-EF69-4E1BC322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033" y="70206"/>
            <a:ext cx="897147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1B766BEB-A942-2490-3364-D59FC92DC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915298"/>
            <a:ext cx="1595230" cy="159523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6B478E1-E61F-1813-4FF8-5C2F22244850}"/>
              </a:ext>
            </a:extLst>
          </p:cNvPr>
          <p:cNvSpPr/>
          <p:nvPr/>
        </p:nvSpPr>
        <p:spPr>
          <a:xfrm>
            <a:off x="373355" y="2231136"/>
            <a:ext cx="3213928" cy="2113156"/>
          </a:xfrm>
          <a:prstGeom prst="wedgeRoundRectCallout">
            <a:avLst>
              <a:gd name="adj1" fmla="val -29801"/>
              <a:gd name="adj2" fmla="val 75199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>
                <a:solidFill>
                  <a:schemeClr val="tx1"/>
                </a:solidFill>
              </a:rPr>
              <a:t>“Refactor this function from .then() to async/await.”</a:t>
            </a:r>
            <a:endParaRPr lang="en-US" altLang="en-US" sz="2400" i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072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E47F4-D888-3046-5639-7F1B3D60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7F8CC-7BAB-64F1-B0CC-DD9B908D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8" y="773304"/>
            <a:ext cx="4750904" cy="6725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/>
              <a:t>Implicit Invocation</a:t>
            </a:r>
          </a:p>
        </p:txBody>
      </p:sp>
      <p:cxnSp>
        <p:nvCxnSpPr>
          <p:cNvPr id="4109" name="Straight Connector 410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00795A-4B1F-8BB1-B3CD-8ECA8EA79A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8268" y="342900"/>
            <a:ext cx="7306043" cy="611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9754B4-855B-EC29-38EB-0C910F5FDEAA}"/>
              </a:ext>
            </a:extLst>
          </p:cNvPr>
          <p:cNvSpPr/>
          <p:nvPr/>
        </p:nvSpPr>
        <p:spPr>
          <a:xfrm>
            <a:off x="66636" y="4896029"/>
            <a:ext cx="4875143" cy="1742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08051-42F4-0C57-44AE-1C386FE19C02}"/>
              </a:ext>
            </a:extLst>
          </p:cNvPr>
          <p:cNvSpPr txBox="1"/>
          <p:nvPr/>
        </p:nvSpPr>
        <p:spPr>
          <a:xfrm>
            <a:off x="147978" y="4739662"/>
            <a:ext cx="4750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/>
          </a:p>
          <a:p>
            <a:r>
              <a:rPr lang="en-US"/>
              <a:t>Layered model defines the </a:t>
            </a:r>
            <a:r>
              <a:rPr lang="en-US" b="1"/>
              <a:t>primary structural decomposition</a:t>
            </a:r>
            <a:endParaRPr lang="en-US"/>
          </a:p>
          <a:p>
            <a:r>
              <a:rPr lang="en-US"/>
              <a:t>Implicit invocation is an </a:t>
            </a:r>
            <a:r>
              <a:rPr lang="en-US" b="1"/>
              <a:t>internal communication mechanism that </a:t>
            </a:r>
            <a:r>
              <a:rPr lang="en-US"/>
              <a:t>operates </a:t>
            </a:r>
            <a:r>
              <a:rPr lang="en-US" i="1"/>
              <a:t>within</a:t>
            </a:r>
            <a:r>
              <a:rPr lang="en-US"/>
              <a:t> the layered boundaries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F65B8F-1BCC-4066-D9A0-4E6A174FCA38}"/>
              </a:ext>
            </a:extLst>
          </p:cNvPr>
          <p:cNvSpPr/>
          <p:nvPr/>
        </p:nvSpPr>
        <p:spPr>
          <a:xfrm>
            <a:off x="81092" y="2809545"/>
            <a:ext cx="4875143" cy="19960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81C873-38DD-1186-9F91-75929E51A600}"/>
              </a:ext>
            </a:extLst>
          </p:cNvPr>
          <p:cNvSpPr txBox="1"/>
          <p:nvPr/>
        </p:nvSpPr>
        <p:spPr>
          <a:xfrm>
            <a:off x="209058" y="2924344"/>
            <a:ext cx="61150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UI</a:t>
            </a:r>
            <a:r>
              <a:rPr lang="en-US"/>
              <a:t> listens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Tool Call Updates</a:t>
            </a:r>
            <a:endParaRPr 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/>
              <a:t>    Ask User Requests</a:t>
            </a:r>
          </a:p>
          <a:p>
            <a:r>
              <a:rPr lang="en-US" b="1"/>
              <a:t>Scheduler</a:t>
            </a:r>
            <a:r>
              <a:rPr lang="en-US"/>
              <a:t> listens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Tool Confirmation Requests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Ask User Responses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i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FAEEAD-F6FE-58F0-9267-B8BCC5DB8231}"/>
              </a:ext>
            </a:extLst>
          </p:cNvPr>
          <p:cNvSpPr/>
          <p:nvPr/>
        </p:nvSpPr>
        <p:spPr>
          <a:xfrm>
            <a:off x="57689" y="1318676"/>
            <a:ext cx="4875143" cy="14414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9839C-797C-4BFF-0774-18BDD0EA4BBF}"/>
              </a:ext>
            </a:extLst>
          </p:cNvPr>
          <p:cNvSpPr txBox="1"/>
          <p:nvPr/>
        </p:nvSpPr>
        <p:spPr>
          <a:xfrm>
            <a:off x="180146" y="1495256"/>
            <a:ext cx="4769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Components communicate by </a:t>
            </a:r>
            <a:r>
              <a:rPr lang="en-US" b="1"/>
              <a:t>publishing typed messages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Other components </a:t>
            </a:r>
            <a:r>
              <a:rPr lang="en-US" b="1"/>
              <a:t>subscribe</a:t>
            </a:r>
            <a:r>
              <a:rPr lang="en-US"/>
              <a:t> to messages they care about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388ACA-1983-EEC2-D7C2-3BD613DEA75B}"/>
              </a:ext>
            </a:extLst>
          </p:cNvPr>
          <p:cNvSpPr txBox="1">
            <a:spLocks/>
          </p:cNvSpPr>
          <p:nvPr/>
        </p:nvSpPr>
        <p:spPr>
          <a:xfrm>
            <a:off x="209058" y="364012"/>
            <a:ext cx="3419697" cy="50817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Alternative ARCHITECTURE #1:</a:t>
            </a:r>
          </a:p>
        </p:txBody>
      </p:sp>
    </p:spTree>
    <p:extLst>
      <p:ext uri="{BB962C8B-B14F-4D97-AF65-F5344CB8AC3E}">
        <p14:creationId xmlns:p14="http://schemas.microsoft.com/office/powerpoint/2010/main" val="254962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9C9F3-643D-9A00-4FD9-06342576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62D9682C-4571-08FD-AC61-6C47C2E5A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F2B74-C56A-151C-33E1-76A0A209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05" y="786385"/>
            <a:ext cx="5195889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Client server</a:t>
            </a:r>
            <a:endParaRPr lang="en-CA" sz="3400"/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3DEEDB38-8664-5529-86F3-F780771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1E6C00-F2DF-31CB-CF67-0404B669A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943" y="0"/>
            <a:ext cx="6585016" cy="672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4A4881-E114-7E2E-646D-61020817A2DA}"/>
              </a:ext>
            </a:extLst>
          </p:cNvPr>
          <p:cNvSpPr/>
          <p:nvPr/>
        </p:nvSpPr>
        <p:spPr>
          <a:xfrm>
            <a:off x="128001" y="5022106"/>
            <a:ext cx="4875143" cy="1742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985A0B-A319-A992-69B9-AA4851422D33}"/>
              </a:ext>
            </a:extLst>
          </p:cNvPr>
          <p:cNvSpPr/>
          <p:nvPr/>
        </p:nvSpPr>
        <p:spPr>
          <a:xfrm>
            <a:off x="142457" y="2935622"/>
            <a:ext cx="4875143" cy="19960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69F134-CC6D-F1A7-A990-767C735C0B17}"/>
              </a:ext>
            </a:extLst>
          </p:cNvPr>
          <p:cNvSpPr/>
          <p:nvPr/>
        </p:nvSpPr>
        <p:spPr>
          <a:xfrm>
            <a:off x="119054" y="1444753"/>
            <a:ext cx="4875143" cy="14414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421DD-C2DF-9AC4-6C57-42BEE82B70C6}"/>
              </a:ext>
            </a:extLst>
          </p:cNvPr>
          <p:cNvSpPr txBox="1"/>
          <p:nvPr/>
        </p:nvSpPr>
        <p:spPr>
          <a:xfrm>
            <a:off x="249041" y="1442643"/>
            <a:ext cx="44051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CLI = Client (frontend)</a:t>
            </a:r>
            <a:endParaRPr lang="en-US"/>
          </a:p>
          <a:p>
            <a:pPr lvl="1"/>
            <a:r>
              <a:rPr lang="en-US"/>
              <a:t>Sends requests, renders results</a:t>
            </a:r>
          </a:p>
          <a:p>
            <a:r>
              <a:rPr lang="en-US" b="1"/>
              <a:t>Core = Server (backend)</a:t>
            </a:r>
            <a:endParaRPr lang="en-US"/>
          </a:p>
          <a:p>
            <a:pPr lvl="1"/>
            <a:r>
              <a:rPr lang="en-US"/>
              <a:t>Orchestrates work, manages state, mediates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D8116-71CA-09B8-4C7B-75A5BF904E8F}"/>
              </a:ext>
            </a:extLst>
          </p:cNvPr>
          <p:cNvSpPr txBox="1"/>
          <p:nvPr/>
        </p:nvSpPr>
        <p:spPr>
          <a:xfrm>
            <a:off x="210605" y="3091994"/>
            <a:ext cx="47954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CLI requests services from Core, such as AI responses, tool execution, and state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Core processes requests and returns structured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Communication is asynchronous (non-blocking)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097E2A-B162-909C-2FAE-6E3C2C088134}"/>
              </a:ext>
            </a:extLst>
          </p:cNvPr>
          <p:cNvSpPr txBox="1"/>
          <p:nvPr/>
        </p:nvSpPr>
        <p:spPr>
          <a:xfrm>
            <a:off x="210605" y="5088019"/>
            <a:ext cx="4875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Layering defines the </a:t>
            </a:r>
            <a:r>
              <a:rPr lang="en-US" b="1"/>
              <a:t>primary system structure. </a:t>
            </a:r>
            <a:r>
              <a:rPr lang="en-US"/>
              <a:t>(Presentation vs. Orchestration vs. Execution)</a:t>
            </a:r>
          </a:p>
          <a:p>
            <a:r>
              <a:rPr lang="en-US"/>
              <a:t>Client–server describes </a:t>
            </a:r>
            <a:r>
              <a:rPr lang="en-US" b="1"/>
              <a:t>interaction pattern</a:t>
            </a:r>
            <a:r>
              <a:rPr lang="en-US"/>
              <a:t>, not structure. Best seen as </a:t>
            </a:r>
            <a:r>
              <a:rPr lang="en-US" b="1"/>
              <a:t>operating within the layered boundaries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3FAEA92-8570-D70D-8E0B-D86FFB8E96A2}"/>
              </a:ext>
            </a:extLst>
          </p:cNvPr>
          <p:cNvSpPr txBox="1">
            <a:spLocks/>
          </p:cNvSpPr>
          <p:nvPr/>
        </p:nvSpPr>
        <p:spPr>
          <a:xfrm>
            <a:off x="210605" y="274344"/>
            <a:ext cx="6758896" cy="1316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/>
              <a:t>Alternative Architecture  #2: 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3029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88B5-FDAB-25CF-470A-A596B5F0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FE48-87BB-6865-FFF1-0C386247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3683"/>
            <a:ext cx="10691265" cy="1307592"/>
          </a:xfrm>
        </p:spPr>
        <p:txBody>
          <a:bodyPr/>
          <a:lstStyle/>
          <a:p>
            <a:r>
              <a:rPr lang="en-US"/>
              <a:t>Lessons learnt</a:t>
            </a:r>
            <a:endParaRPr lang="en-CA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44D05C08-5F95-721D-3A33-308673F96761}"/>
              </a:ext>
            </a:extLst>
          </p:cNvPr>
          <p:cNvSpPr/>
          <p:nvPr/>
        </p:nvSpPr>
        <p:spPr>
          <a:xfrm>
            <a:off x="990206" y="1191804"/>
            <a:ext cx="4921321" cy="2234628"/>
          </a:xfrm>
          <a:prstGeom prst="round2Diag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3D2E9A5-9220-ABD6-478E-D8C2CECCFD18}"/>
              </a:ext>
            </a:extLst>
          </p:cNvPr>
          <p:cNvSpPr/>
          <p:nvPr/>
        </p:nvSpPr>
        <p:spPr>
          <a:xfrm>
            <a:off x="6239230" y="1128446"/>
            <a:ext cx="4921321" cy="2234628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F93ABE5-7661-4388-89E8-4C9933A0833D}"/>
              </a:ext>
            </a:extLst>
          </p:cNvPr>
          <p:cNvSpPr/>
          <p:nvPr/>
        </p:nvSpPr>
        <p:spPr>
          <a:xfrm>
            <a:off x="952534" y="3568559"/>
            <a:ext cx="4921321" cy="2234628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2C67A96-5543-B9E2-3DE8-7B727BCB75A8}"/>
              </a:ext>
            </a:extLst>
          </p:cNvPr>
          <p:cNvSpPr/>
          <p:nvPr/>
        </p:nvSpPr>
        <p:spPr>
          <a:xfrm>
            <a:off x="6201558" y="3520937"/>
            <a:ext cx="4921321" cy="2234628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BC40D0-5DEC-E26D-6F5F-F6E3CAE81909}"/>
              </a:ext>
            </a:extLst>
          </p:cNvPr>
          <p:cNvSpPr txBox="1"/>
          <p:nvPr/>
        </p:nvSpPr>
        <p:spPr>
          <a:xfrm>
            <a:off x="1239321" y="1529138"/>
            <a:ext cx="44114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1) Value of Layered Design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Clear separation of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Core decouples orchestration from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Enables </a:t>
            </a:r>
            <a:r>
              <a:rPr lang="en-US" b="1"/>
              <a:t>interactive + headless</a:t>
            </a:r>
            <a:r>
              <a:rPr lang="en-US"/>
              <a:t> modes without duplication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90812-28DA-C7A3-90BD-DBE1E5E4C797}"/>
              </a:ext>
            </a:extLst>
          </p:cNvPr>
          <p:cNvSpPr txBox="1"/>
          <p:nvPr/>
        </p:nvSpPr>
        <p:spPr>
          <a:xfrm>
            <a:off x="6453274" y="1431955"/>
            <a:ext cx="44178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2) Extensibility vs. Security Tradeoffs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MCP enables third-party extensions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Requires strong </a:t>
            </a:r>
            <a:r>
              <a:rPr lang="en-US" b="1"/>
              <a:t>centralized Policy Engine</a:t>
            </a:r>
            <a:r>
              <a:rPr lang="en-US"/>
              <a:t> in 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Human confirmation is essential for destructive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25ACEB-2251-48AD-D4E1-DE9CADE4FF08}"/>
              </a:ext>
            </a:extLst>
          </p:cNvPr>
          <p:cNvSpPr txBox="1"/>
          <p:nvPr/>
        </p:nvSpPr>
        <p:spPr>
          <a:xfrm>
            <a:off x="1290691" y="3947209"/>
            <a:ext cx="4447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3) Importance of Asynchronous Flows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Node.js single-threaded event loop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Streaming responses keep UI responsive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Careful mapping needed to understand data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9BB21-B31A-F9A6-DF76-DCCC37E7DABC}"/>
              </a:ext>
            </a:extLst>
          </p:cNvPr>
          <p:cNvSpPr txBox="1"/>
          <p:nvPr/>
        </p:nvSpPr>
        <p:spPr>
          <a:xfrm>
            <a:off x="6453274" y="4045036"/>
            <a:ext cx="4716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4) UI–Orchestration Boundary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React/Ink keeps presentation separate from logic</a:t>
            </a:r>
          </a:p>
        </p:txBody>
      </p:sp>
    </p:spTree>
    <p:extLst>
      <p:ext uri="{BB962C8B-B14F-4D97-AF65-F5344CB8AC3E}">
        <p14:creationId xmlns:p14="http://schemas.microsoft.com/office/powerpoint/2010/main" val="339078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5EB2-421C-414F-FFD3-FCACF436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842F75-D217-8537-7FCA-D8A9D36CCA78}"/>
              </a:ext>
            </a:extLst>
          </p:cNvPr>
          <p:cNvSpPr/>
          <p:nvPr/>
        </p:nvSpPr>
        <p:spPr>
          <a:xfrm>
            <a:off x="0" y="-64605"/>
            <a:ext cx="12226787" cy="19580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1B6FB-A50B-B4F6-9D72-F9C176E3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Conclusion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EFA1FD-08B2-4741-C13F-153C6D6098DC}"/>
              </a:ext>
            </a:extLst>
          </p:cNvPr>
          <p:cNvCxnSpPr>
            <a:cxnSpLocks/>
          </p:cNvCxnSpPr>
          <p:nvPr/>
        </p:nvCxnSpPr>
        <p:spPr>
          <a:xfrm>
            <a:off x="805070" y="601317"/>
            <a:ext cx="181886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9BB925-25EC-97D6-D4FD-C506715DB10D}"/>
              </a:ext>
            </a:extLst>
          </p:cNvPr>
          <p:cNvSpPr/>
          <p:nvPr/>
        </p:nvSpPr>
        <p:spPr>
          <a:xfrm>
            <a:off x="1008823" y="2305116"/>
            <a:ext cx="4532243" cy="33687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D67D4B-BAA5-4F71-72ED-FBFFEA32F395}"/>
              </a:ext>
            </a:extLst>
          </p:cNvPr>
          <p:cNvSpPr/>
          <p:nvPr/>
        </p:nvSpPr>
        <p:spPr>
          <a:xfrm>
            <a:off x="6344478" y="2305116"/>
            <a:ext cx="4532243" cy="33687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75E7A-8A75-D2FA-CE1C-4349142C1C1F}"/>
              </a:ext>
            </a:extLst>
          </p:cNvPr>
          <p:cNvSpPr txBox="1"/>
          <p:nvPr/>
        </p:nvSpPr>
        <p:spPr>
          <a:xfrm>
            <a:off x="1357106" y="2872409"/>
            <a:ext cx="37416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altLang="en-US" sz="2400"/>
              <a:t>l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ayered design in Gemini CLI balances: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Power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Safety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Usability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EB8DC5-7459-20CF-6090-B99E4C712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291" y="2595771"/>
            <a:ext cx="433843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It provides a </a:t>
            </a:r>
            <a:r>
              <a:rPr lang="en-US" altLang="en-US" sz="2400"/>
              <a:t>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trong foundation for: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Deeper IDE integration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More third-party tools (MCP)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Performance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D283C-5007-A653-232B-BBF914BE68ED}"/>
              </a:ext>
            </a:extLst>
          </p:cNvPr>
          <p:cNvSpPr txBox="1"/>
          <p:nvPr/>
        </p:nvSpPr>
        <p:spPr>
          <a:xfrm>
            <a:off x="753163" y="6202017"/>
            <a:ext cx="25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Thank you for listening!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659106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3230416C9CF2498851531880F8CA0C" ma:contentTypeVersion="3" ma:contentTypeDescription="Create a new document." ma:contentTypeScope="" ma:versionID="c257c2e6580bf39c00c4c874887ac37a">
  <xsd:schema xmlns:xsd="http://www.w3.org/2001/XMLSchema" xmlns:xs="http://www.w3.org/2001/XMLSchema" xmlns:p="http://schemas.microsoft.com/office/2006/metadata/properties" xmlns:ns2="ebde3f4b-a627-4b78-a6f0-981376af462a" targetNamespace="http://schemas.microsoft.com/office/2006/metadata/properties" ma:root="true" ma:fieldsID="13a4037c769bc096d747b426986af922" ns2:_="">
    <xsd:import namespace="ebde3f4b-a627-4b78-a6f0-981376af46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e3f4b-a627-4b78-a6f0-981376af46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EB99E1-FADB-42B4-BEE4-B0AF3D6AF7D3}">
  <ds:schemaRefs>
    <ds:schemaRef ds:uri="ebde3f4b-a627-4b78-a6f0-981376af46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5E997AC-0754-4651-B4F9-03B73C53E2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9124D3-CC49-4AB6-8D22-97A1C84EBC52}">
  <ds:schemaRefs>
    <ds:schemaRef ds:uri="ebde3f4b-a627-4b78-a6f0-981376af46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770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Calisto MT</vt:lpstr>
      <vt:lpstr>Cambria</vt:lpstr>
      <vt:lpstr>Univers Condensed</vt:lpstr>
      <vt:lpstr>ChronicleVTI</vt:lpstr>
      <vt:lpstr>Video Link</vt:lpstr>
      <vt:lpstr>A1 CMPE 322 Gemini CLI Conceptual Architecture</vt:lpstr>
      <vt:lpstr>Motivation: What is Gemini CLI?</vt:lpstr>
      <vt:lpstr>High Level Conceptual Architecture</vt:lpstr>
      <vt:lpstr>Key Quality Attributes</vt:lpstr>
      <vt:lpstr>External Interfaces</vt:lpstr>
      <vt:lpstr>Principles and Mechanisms of Discovery</vt:lpstr>
      <vt:lpstr>UC1: Debug a Failing Command</vt:lpstr>
      <vt:lpstr>UC2: Refactor code</vt:lpstr>
      <vt:lpstr>Implicit Invocation</vt:lpstr>
      <vt:lpstr>Client server</vt:lpstr>
      <vt:lpstr>Lessons learnt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Jacob Badali</cp:lastModifiedBy>
  <cp:revision>4</cp:revision>
  <dcterms:created xsi:type="dcterms:W3CDTF">2026-02-03T17:05:35Z</dcterms:created>
  <dcterms:modified xsi:type="dcterms:W3CDTF">2026-02-13T21:44:36Z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0x010100113230416C9CF2498851531880F8CA0C</vt:lpwstr>
  </property>
</Properties>
</file>